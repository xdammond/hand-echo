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4"/>
  </p:sldMasterIdLst>
  <p:notesMasterIdLst>
    <p:notesMasterId r:id="rId6"/>
  </p:notesMasterIdLst>
  <p:sldIdLst>
    <p:sldId id="256" r:id="rId5"/>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EEE3B6-9261-DBF2-BCB1-28B16538EAF3}" v="147" dt="2026-04-30T23:15:35.7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s Arcila" userId="S::aarcila@msudenver.edu::f8ef5e2e-98f9-4d46-a3be-9ed83b71979d" providerId="AD" clId="Web-{FEF2BE7F-94C0-DE42-C2C6-D6BD6CB9E6FE}"/>
    <pc:docChg chg="modSld">
      <pc:chgData name="Andres Arcila" userId="S::aarcila@msudenver.edu::f8ef5e2e-98f9-4d46-a3be-9ed83b71979d" providerId="AD" clId="Web-{FEF2BE7F-94C0-DE42-C2C6-D6BD6CB9E6FE}" dt="2026-04-21T22:54:12.781" v="239" actId="20577"/>
      <pc:docMkLst>
        <pc:docMk/>
      </pc:docMkLst>
      <pc:sldChg chg="addSp delSp modSp">
        <pc:chgData name="Andres Arcila" userId="S::aarcila@msudenver.edu::f8ef5e2e-98f9-4d46-a3be-9ed83b71979d" providerId="AD" clId="Web-{FEF2BE7F-94C0-DE42-C2C6-D6BD6CB9E6FE}" dt="2026-04-21T22:54:12.781" v="239" actId="20577"/>
        <pc:sldMkLst>
          <pc:docMk/>
          <pc:sldMk cId="4096616708" sldId="256"/>
        </pc:sldMkLst>
        <pc:spChg chg="mod">
          <ac:chgData name="Andres Arcila" userId="S::aarcila@msudenver.edu::f8ef5e2e-98f9-4d46-a3be-9ed83b71979d" providerId="AD" clId="Web-{FEF2BE7F-94C0-DE42-C2C6-D6BD6CB9E6FE}" dt="2026-04-21T22:01:25.548" v="214" actId="1076"/>
          <ac:spMkLst>
            <pc:docMk/>
            <pc:sldMk cId="4096616708" sldId="256"/>
            <ac:spMk id="2" creationId="{3EA61C64-7295-F884-3637-EEF20971F5C9}"/>
          </ac:spMkLst>
        </pc:spChg>
        <pc:spChg chg="mod">
          <ac:chgData name="Andres Arcila" userId="S::aarcila@msudenver.edu::f8ef5e2e-98f9-4d46-a3be-9ed83b71979d" providerId="AD" clId="Web-{FEF2BE7F-94C0-DE42-C2C6-D6BD6CB9E6FE}" dt="2026-04-21T21:03:18.753" v="114" actId="1076"/>
          <ac:spMkLst>
            <pc:docMk/>
            <pc:sldMk cId="4096616708" sldId="256"/>
            <ac:spMk id="5" creationId="{293AA384-3B31-8202-CCD9-A8B4129986C8}"/>
          </ac:spMkLst>
        </pc:spChg>
        <pc:spChg chg="mod">
          <ac:chgData name="Andres Arcila" userId="S::aarcila@msudenver.edu::f8ef5e2e-98f9-4d46-a3be-9ed83b71979d" providerId="AD" clId="Web-{FEF2BE7F-94C0-DE42-C2C6-D6BD6CB9E6FE}" dt="2026-04-21T21:23:59.836" v="131" actId="1076"/>
          <ac:spMkLst>
            <pc:docMk/>
            <pc:sldMk cId="4096616708" sldId="256"/>
            <ac:spMk id="8" creationId="{AF8891FC-2DD5-4C66-8B3E-BFBFDD8D92A3}"/>
          </ac:spMkLst>
        </pc:spChg>
        <pc:spChg chg="mod">
          <ac:chgData name="Andres Arcila" userId="S::aarcila@msudenver.edu::f8ef5e2e-98f9-4d46-a3be-9ed83b71979d" providerId="AD" clId="Web-{FEF2BE7F-94C0-DE42-C2C6-D6BD6CB9E6FE}" dt="2026-04-21T21:24:09.383" v="133" actId="1076"/>
          <ac:spMkLst>
            <pc:docMk/>
            <pc:sldMk cId="4096616708" sldId="256"/>
            <ac:spMk id="9" creationId="{AF06B25B-437F-DF87-4DDA-4866B9CBC9CF}"/>
          </ac:spMkLst>
        </pc:spChg>
        <pc:spChg chg="mod">
          <ac:chgData name="Andres Arcila" userId="S::aarcila@msudenver.edu::f8ef5e2e-98f9-4d46-a3be-9ed83b71979d" providerId="AD" clId="Web-{FEF2BE7F-94C0-DE42-C2C6-D6BD6CB9E6FE}" dt="2026-04-21T22:00:34.157" v="206" actId="1076"/>
          <ac:spMkLst>
            <pc:docMk/>
            <pc:sldMk cId="4096616708" sldId="256"/>
            <ac:spMk id="10" creationId="{F0CD5D05-21C6-4310-DEFC-F4B56F9BCFE0}"/>
          </ac:spMkLst>
        </pc:spChg>
        <pc:spChg chg="mod">
          <ac:chgData name="Andres Arcila" userId="S::aarcila@msudenver.edu::f8ef5e2e-98f9-4d46-a3be-9ed83b71979d" providerId="AD" clId="Web-{FEF2BE7F-94C0-DE42-C2C6-D6BD6CB9E6FE}" dt="2026-04-21T22:00:23.813" v="204" actId="1076"/>
          <ac:spMkLst>
            <pc:docMk/>
            <pc:sldMk cId="4096616708" sldId="256"/>
            <ac:spMk id="11" creationId="{FA2D8ED8-0F0F-9134-18F5-C2CCE5973973}"/>
          </ac:spMkLst>
        </pc:spChg>
        <pc:spChg chg="mod">
          <ac:chgData name="Andres Arcila" userId="S::aarcila@msudenver.edu::f8ef5e2e-98f9-4d46-a3be-9ed83b71979d" providerId="AD" clId="Web-{FEF2BE7F-94C0-DE42-C2C6-D6BD6CB9E6FE}" dt="2026-04-21T21:41:28.293" v="153" actId="1076"/>
          <ac:spMkLst>
            <pc:docMk/>
            <pc:sldMk cId="4096616708" sldId="256"/>
            <ac:spMk id="12" creationId="{78128AEE-F9D2-19E2-6730-598D1D507069}"/>
          </ac:spMkLst>
        </pc:spChg>
        <pc:spChg chg="mod">
          <ac:chgData name="Andres Arcila" userId="S::aarcila@msudenver.edu::f8ef5e2e-98f9-4d46-a3be-9ed83b71979d" providerId="AD" clId="Web-{FEF2BE7F-94C0-DE42-C2C6-D6BD6CB9E6FE}" dt="2026-04-21T22:01:05.001" v="209" actId="1076"/>
          <ac:spMkLst>
            <pc:docMk/>
            <pc:sldMk cId="4096616708" sldId="256"/>
            <ac:spMk id="13" creationId="{3EC85A0F-95BB-1C94-18C2-D3F1A8DBB734}"/>
          </ac:spMkLst>
        </pc:spChg>
        <pc:spChg chg="mod">
          <ac:chgData name="Andres Arcila" userId="S::aarcila@msudenver.edu::f8ef5e2e-98f9-4d46-a3be-9ed83b71979d" providerId="AD" clId="Web-{FEF2BE7F-94C0-DE42-C2C6-D6BD6CB9E6FE}" dt="2026-04-21T22:01:12.688" v="212"/>
          <ac:spMkLst>
            <pc:docMk/>
            <pc:sldMk cId="4096616708" sldId="256"/>
            <ac:spMk id="14" creationId="{056913F8-DE0C-92D5-B617-3B9D5656D819}"/>
          </ac:spMkLst>
        </pc:spChg>
        <pc:spChg chg="mod">
          <ac:chgData name="Andres Arcila" userId="S::aarcila@msudenver.edu::f8ef5e2e-98f9-4d46-a3be-9ed83b71979d" providerId="AD" clId="Web-{FEF2BE7F-94C0-DE42-C2C6-D6BD6CB9E6FE}" dt="2026-04-21T22:01:39.782" v="215" actId="1076"/>
          <ac:spMkLst>
            <pc:docMk/>
            <pc:sldMk cId="4096616708" sldId="256"/>
            <ac:spMk id="15" creationId="{0E29098F-D1BC-B52C-0431-934A72D88F2A}"/>
          </ac:spMkLst>
        </pc:spChg>
        <pc:spChg chg="mod">
          <ac:chgData name="Andres Arcila" userId="S::aarcila@msudenver.edu::f8ef5e2e-98f9-4d46-a3be-9ed83b71979d" providerId="AD" clId="Web-{FEF2BE7F-94C0-DE42-C2C6-D6BD6CB9E6FE}" dt="2026-04-21T22:01:46.157" v="216" actId="1076"/>
          <ac:spMkLst>
            <pc:docMk/>
            <pc:sldMk cId="4096616708" sldId="256"/>
            <ac:spMk id="16" creationId="{E6467BD9-3314-0A31-FD96-E952F2F04F77}"/>
          </ac:spMkLst>
        </pc:spChg>
        <pc:spChg chg="mod">
          <ac:chgData name="Andres Arcila" userId="S::aarcila@msudenver.edu::f8ef5e2e-98f9-4d46-a3be-9ed83b71979d" providerId="AD" clId="Web-{FEF2BE7F-94C0-DE42-C2C6-D6BD6CB9E6FE}" dt="2026-04-21T22:54:12.781" v="239" actId="20577"/>
          <ac:spMkLst>
            <pc:docMk/>
            <pc:sldMk cId="4096616708" sldId="256"/>
            <ac:spMk id="24" creationId="{91F4A8E6-5047-EB7E-6FDA-E608EBAC2A98}"/>
          </ac:spMkLst>
        </pc:spChg>
        <pc:spChg chg="mod">
          <ac:chgData name="Andres Arcila" userId="S::aarcila@msudenver.edu::f8ef5e2e-98f9-4d46-a3be-9ed83b71979d" providerId="AD" clId="Web-{FEF2BE7F-94C0-DE42-C2C6-D6BD6CB9E6FE}" dt="2026-04-21T21:03:12.956" v="113" actId="20577"/>
          <ac:spMkLst>
            <pc:docMk/>
            <pc:sldMk cId="4096616708" sldId="256"/>
            <ac:spMk id="29" creationId="{75C6AA63-B627-699F-6F16-92101010118F}"/>
          </ac:spMkLst>
        </pc:spChg>
        <pc:spChg chg="mod">
          <ac:chgData name="Andres Arcila" userId="S::aarcila@msudenver.edu::f8ef5e2e-98f9-4d46-a3be-9ed83b71979d" providerId="AD" clId="Web-{FEF2BE7F-94C0-DE42-C2C6-D6BD6CB9E6FE}" dt="2026-04-21T21:12:18.349" v="117" actId="20577"/>
          <ac:spMkLst>
            <pc:docMk/>
            <pc:sldMk cId="4096616708" sldId="256"/>
            <ac:spMk id="30" creationId="{B05E754D-2836-AF01-F67C-AB670115CCE4}"/>
          </ac:spMkLst>
        </pc:spChg>
        <pc:spChg chg="mod">
          <ac:chgData name="Andres Arcila" userId="S::aarcila@msudenver.edu::f8ef5e2e-98f9-4d46-a3be-9ed83b71979d" providerId="AD" clId="Web-{FEF2BE7F-94C0-DE42-C2C6-D6BD6CB9E6FE}" dt="2026-04-21T22:00:27.048" v="205" actId="1076"/>
          <ac:spMkLst>
            <pc:docMk/>
            <pc:sldMk cId="4096616708" sldId="256"/>
            <ac:spMk id="31" creationId="{B44B4F6F-86CD-1720-75CF-8655F544A959}"/>
          </ac:spMkLst>
        </pc:spChg>
        <pc:spChg chg="mod">
          <ac:chgData name="Andres Arcila" userId="S::aarcila@msudenver.edu::f8ef5e2e-98f9-4d46-a3be-9ed83b71979d" providerId="AD" clId="Web-{FEF2BE7F-94C0-DE42-C2C6-D6BD6CB9E6FE}" dt="2026-04-21T22:00:21.079" v="203" actId="1076"/>
          <ac:spMkLst>
            <pc:docMk/>
            <pc:sldMk cId="4096616708" sldId="256"/>
            <ac:spMk id="33" creationId="{6643A83C-6201-4723-E07A-E110108F6C62}"/>
          </ac:spMkLst>
        </pc:spChg>
        <pc:picChg chg="add mod">
          <ac:chgData name="Andres Arcila" userId="S::aarcila@msudenver.edu::f8ef5e2e-98f9-4d46-a3be-9ed83b71979d" providerId="AD" clId="Web-{FEF2BE7F-94C0-DE42-C2C6-D6BD6CB9E6FE}" dt="2026-04-21T22:06:53.316" v="219" actId="1076"/>
          <ac:picMkLst>
            <pc:docMk/>
            <pc:sldMk cId="4096616708" sldId="256"/>
            <ac:picMk id="3" creationId="{651A23F7-6FE2-4D03-0E04-CDF625390E16}"/>
          </ac:picMkLst>
        </pc:picChg>
        <pc:picChg chg="mod">
          <ac:chgData name="Andres Arcila" userId="S::aarcila@msudenver.edu::f8ef5e2e-98f9-4d46-a3be-9ed83b71979d" providerId="AD" clId="Web-{FEF2BE7F-94C0-DE42-C2C6-D6BD6CB9E6FE}" dt="2026-04-21T22:00:48.376" v="208" actId="1076"/>
          <ac:picMkLst>
            <pc:docMk/>
            <pc:sldMk cId="4096616708" sldId="256"/>
            <ac:picMk id="1026" creationId="{FCDDE9BE-69B9-61C2-87FB-787E890122BA}"/>
          </ac:picMkLst>
        </pc:picChg>
      </pc:sldChg>
    </pc:docChg>
  </pc:docChgLst>
  <pc:docChgLst>
    <pc:chgData name="Xavier Dammond" userId="S::xdammond@msudenver.edu::5a581440-e50c-4c0f-8b80-40dc6a579b80" providerId="AD" clId="Web-{99AD5E34-CA73-31AD-FA07-3544A56D862A}"/>
    <pc:docChg chg="modSld">
      <pc:chgData name="Xavier Dammond" userId="S::xdammond@msudenver.edu::5a581440-e50c-4c0f-8b80-40dc6a579b80" providerId="AD" clId="Web-{99AD5E34-CA73-31AD-FA07-3544A56D862A}" dt="2026-04-26T18:32:30.100" v="0" actId="14100"/>
      <pc:docMkLst>
        <pc:docMk/>
      </pc:docMkLst>
      <pc:sldChg chg="modSp">
        <pc:chgData name="Xavier Dammond" userId="S::xdammond@msudenver.edu::5a581440-e50c-4c0f-8b80-40dc6a579b80" providerId="AD" clId="Web-{99AD5E34-CA73-31AD-FA07-3544A56D862A}" dt="2026-04-26T18:32:30.100" v="0" actId="14100"/>
        <pc:sldMkLst>
          <pc:docMk/>
          <pc:sldMk cId="4096616708" sldId="256"/>
        </pc:sldMkLst>
        <pc:picChg chg="mod">
          <ac:chgData name="Xavier Dammond" userId="S::xdammond@msudenver.edu::5a581440-e50c-4c0f-8b80-40dc6a579b80" providerId="AD" clId="Web-{99AD5E34-CA73-31AD-FA07-3544A56D862A}" dt="2026-04-26T18:32:30.100" v="0" actId="14100"/>
          <ac:picMkLst>
            <pc:docMk/>
            <pc:sldMk cId="4096616708" sldId="256"/>
            <ac:picMk id="6" creationId="{8CCE9A89-81B4-2CF4-631C-DB2B5C17FAFE}"/>
          </ac:picMkLst>
        </pc:picChg>
      </pc:sldChg>
    </pc:docChg>
  </pc:docChgLst>
  <pc:docChgLst>
    <pc:chgData name="Andres Arcila" userId="S::aarcila@msudenver.edu::f8ef5e2e-98f9-4d46-a3be-9ed83b71979d" providerId="AD" clId="Web-{6634B4EB-33B2-CAEC-0375-1969984B5F29}"/>
    <pc:docChg chg="modSld">
      <pc:chgData name="Andres Arcila" userId="S::aarcila@msudenver.edu::f8ef5e2e-98f9-4d46-a3be-9ed83b71979d" providerId="AD" clId="Web-{6634B4EB-33B2-CAEC-0375-1969984B5F29}" dt="2026-04-28T20:07:54.676" v="0"/>
      <pc:docMkLst>
        <pc:docMk/>
      </pc:docMkLst>
      <pc:sldChg chg="delSp">
        <pc:chgData name="Andres Arcila" userId="S::aarcila@msudenver.edu::f8ef5e2e-98f9-4d46-a3be-9ed83b71979d" providerId="AD" clId="Web-{6634B4EB-33B2-CAEC-0375-1969984B5F29}" dt="2026-04-28T20:07:54.676" v="0"/>
        <pc:sldMkLst>
          <pc:docMk/>
          <pc:sldMk cId="4096616708" sldId="256"/>
        </pc:sldMkLst>
      </pc:sldChg>
    </pc:docChg>
  </pc:docChgLst>
  <pc:docChgLst>
    <pc:chgData name="Andres Arcila" userId="S::aarcila@msudenver.edu::f8ef5e2e-98f9-4d46-a3be-9ed83b71979d" providerId="AD" clId="Web-{EFEEE3B6-9261-DBF2-BCB1-28B16538EAF3}"/>
    <pc:docChg chg="modSld">
      <pc:chgData name="Andres Arcila" userId="S::aarcila@msudenver.edu::f8ef5e2e-98f9-4d46-a3be-9ed83b71979d" providerId="AD" clId="Web-{EFEEE3B6-9261-DBF2-BCB1-28B16538EAF3}" dt="2026-04-30T23:15:35.768" v="131" actId="1076"/>
      <pc:docMkLst>
        <pc:docMk/>
      </pc:docMkLst>
      <pc:sldChg chg="addSp delSp modSp">
        <pc:chgData name="Andres Arcila" userId="S::aarcila@msudenver.edu::f8ef5e2e-98f9-4d46-a3be-9ed83b71979d" providerId="AD" clId="Web-{EFEEE3B6-9261-DBF2-BCB1-28B16538EAF3}" dt="2026-04-30T23:15:35.768" v="131" actId="1076"/>
        <pc:sldMkLst>
          <pc:docMk/>
          <pc:sldMk cId="4096616708" sldId="256"/>
        </pc:sldMkLst>
        <pc:spChg chg="mod">
          <ac:chgData name="Andres Arcila" userId="S::aarcila@msudenver.edu::f8ef5e2e-98f9-4d46-a3be-9ed83b71979d" providerId="AD" clId="Web-{EFEEE3B6-9261-DBF2-BCB1-28B16538EAF3}" dt="2026-04-30T23:15:28.471" v="130" actId="1076"/>
          <ac:spMkLst>
            <pc:docMk/>
            <pc:sldMk cId="4096616708" sldId="256"/>
            <ac:spMk id="8" creationId="{AF8891FC-2DD5-4C66-8B3E-BFBFDD8D92A3}"/>
          </ac:spMkLst>
        </pc:spChg>
        <pc:spChg chg="mod">
          <ac:chgData name="Andres Arcila" userId="S::aarcila@msudenver.edu::f8ef5e2e-98f9-4d46-a3be-9ed83b71979d" providerId="AD" clId="Web-{EFEEE3B6-9261-DBF2-BCB1-28B16538EAF3}" dt="2026-04-30T19:12:13.657" v="2" actId="1076"/>
          <ac:spMkLst>
            <pc:docMk/>
            <pc:sldMk cId="4096616708" sldId="256"/>
            <ac:spMk id="12" creationId="{78128AEE-F9D2-19E2-6730-598D1D507069}"/>
          </ac:spMkLst>
        </pc:spChg>
        <pc:spChg chg="mod">
          <ac:chgData name="Andres Arcila" userId="S::aarcila@msudenver.edu::f8ef5e2e-98f9-4d46-a3be-9ed83b71979d" providerId="AD" clId="Web-{EFEEE3B6-9261-DBF2-BCB1-28B16538EAF3}" dt="2026-04-30T19:50:39.170" v="6" actId="1076"/>
          <ac:spMkLst>
            <pc:docMk/>
            <pc:sldMk cId="4096616708" sldId="256"/>
            <ac:spMk id="15" creationId="{0E29098F-D1BC-B52C-0431-934A72D88F2A}"/>
          </ac:spMkLst>
        </pc:spChg>
        <pc:spChg chg="mod">
          <ac:chgData name="Andres Arcila" userId="S::aarcila@msudenver.edu::f8ef5e2e-98f9-4d46-a3be-9ed83b71979d" providerId="AD" clId="Web-{EFEEE3B6-9261-DBF2-BCB1-28B16538EAF3}" dt="2026-04-30T19:50:43.404" v="7" actId="1076"/>
          <ac:spMkLst>
            <pc:docMk/>
            <pc:sldMk cId="4096616708" sldId="256"/>
            <ac:spMk id="16" creationId="{E6467BD9-3314-0A31-FD96-E952F2F04F77}"/>
          </ac:spMkLst>
        </pc:spChg>
        <pc:spChg chg="add mod">
          <ac:chgData name="Andres Arcila" userId="S::aarcila@msudenver.edu::f8ef5e2e-98f9-4d46-a3be-9ed83b71979d" providerId="AD" clId="Web-{EFEEE3B6-9261-DBF2-BCB1-28B16538EAF3}" dt="2026-04-30T23:12:56.627" v="118" actId="1076"/>
          <ac:spMkLst>
            <pc:docMk/>
            <pc:sldMk cId="4096616708" sldId="256"/>
            <ac:spMk id="18" creationId="{AFA2646F-E524-F69B-75A1-07C4BBDA8DD6}"/>
          </ac:spMkLst>
        </pc:spChg>
        <pc:spChg chg="mod">
          <ac:chgData name="Andres Arcila" userId="S::aarcila@msudenver.edu::f8ef5e2e-98f9-4d46-a3be-9ed83b71979d" providerId="AD" clId="Web-{EFEEE3B6-9261-DBF2-BCB1-28B16538EAF3}" dt="2026-04-30T23:09:58.377" v="72" actId="20577"/>
          <ac:spMkLst>
            <pc:docMk/>
            <pc:sldMk cId="4096616708" sldId="256"/>
            <ac:spMk id="24" creationId="{91F4A8E6-5047-EB7E-6FDA-E608EBAC2A98}"/>
          </ac:spMkLst>
        </pc:spChg>
        <pc:spChg chg="del mod">
          <ac:chgData name="Andres Arcila" userId="S::aarcila@msudenver.edu::f8ef5e2e-98f9-4d46-a3be-9ed83b71979d" providerId="AD" clId="Web-{EFEEE3B6-9261-DBF2-BCB1-28B16538EAF3}" dt="2026-04-30T22:26:38.214" v="22"/>
          <ac:spMkLst>
            <pc:docMk/>
            <pc:sldMk cId="4096616708" sldId="256"/>
            <ac:spMk id="25" creationId="{0C6841C6-42B8-6675-4837-7E743C519EB4}"/>
          </ac:spMkLst>
        </pc:spChg>
        <pc:spChg chg="mod">
          <ac:chgData name="Andres Arcila" userId="S::aarcila@msudenver.edu::f8ef5e2e-98f9-4d46-a3be-9ed83b71979d" providerId="AD" clId="Web-{EFEEE3B6-9261-DBF2-BCB1-28B16538EAF3}" dt="2026-04-30T19:12:24.985" v="3" actId="1076"/>
          <ac:spMkLst>
            <pc:docMk/>
            <pc:sldMk cId="4096616708" sldId="256"/>
            <ac:spMk id="32" creationId="{642E6D29-A32D-D31A-FB29-FDE24D07203E}"/>
          </ac:spMkLst>
        </pc:spChg>
        <pc:spChg chg="mod">
          <ac:chgData name="Andres Arcila" userId="S::aarcila@msudenver.edu::f8ef5e2e-98f9-4d46-a3be-9ed83b71979d" providerId="AD" clId="Web-{EFEEE3B6-9261-DBF2-BCB1-28B16538EAF3}" dt="2026-04-30T23:15:35.768" v="131" actId="1076"/>
          <ac:spMkLst>
            <pc:docMk/>
            <pc:sldMk cId="4096616708" sldId="256"/>
            <ac:spMk id="40" creationId="{38D01C1A-8640-6B5F-21E6-A2686B6AE487}"/>
          </ac:spMkLst>
        </pc:spChg>
        <pc:picChg chg="mod">
          <ac:chgData name="Andres Arcila" userId="S::aarcila@msudenver.edu::f8ef5e2e-98f9-4d46-a3be-9ed83b71979d" providerId="AD" clId="Web-{EFEEE3B6-9261-DBF2-BCB1-28B16538EAF3}" dt="2026-04-30T19:50:24.654" v="4" actId="1076"/>
          <ac:picMkLst>
            <pc:docMk/>
            <pc:sldMk cId="4096616708" sldId="256"/>
            <ac:picMk id="3" creationId="{651A23F7-6FE2-4D03-0E04-CDF625390E16}"/>
          </ac:picMkLst>
        </pc:picChg>
        <pc:picChg chg="del mod">
          <ac:chgData name="Andres Arcila" userId="S::aarcila@msudenver.edu::f8ef5e2e-98f9-4d46-a3be-9ed83b71979d" providerId="AD" clId="Web-{EFEEE3B6-9261-DBF2-BCB1-28B16538EAF3}" dt="2026-04-30T23:08:12.939" v="48"/>
          <ac:picMkLst>
            <pc:docMk/>
            <pc:sldMk cId="4096616708" sldId="256"/>
            <ac:picMk id="4" creationId="{1DF58644-CB6A-5B4D-4F40-33641C12FB04}"/>
          </ac:picMkLst>
        </pc:picChg>
        <pc:picChg chg="mod">
          <ac:chgData name="Andres Arcila" userId="S::aarcila@msudenver.edu::f8ef5e2e-98f9-4d46-a3be-9ed83b71979d" providerId="AD" clId="Web-{EFEEE3B6-9261-DBF2-BCB1-28B16538EAF3}" dt="2026-04-30T23:13:01.096" v="119" actId="1076"/>
          <ac:picMkLst>
            <pc:docMk/>
            <pc:sldMk cId="4096616708" sldId="256"/>
            <ac:picMk id="6" creationId="{8CCE9A89-81B4-2CF4-631C-DB2B5C17FAFE}"/>
          </ac:picMkLst>
        </pc:picChg>
        <pc:picChg chg="add mod">
          <ac:chgData name="Andres Arcila" userId="S::aarcila@msudenver.edu::f8ef5e2e-98f9-4d46-a3be-9ed83b71979d" providerId="AD" clId="Web-{EFEEE3B6-9261-DBF2-BCB1-28B16538EAF3}" dt="2026-04-30T22:22:54.152" v="15" actId="1076"/>
          <ac:picMkLst>
            <pc:docMk/>
            <pc:sldMk cId="4096616708" sldId="256"/>
            <ac:picMk id="17" creationId="{18711619-7394-5FB2-D4FB-45191C8435AA}"/>
          </ac:picMkLst>
        </pc:picChg>
        <pc:picChg chg="add mod">
          <ac:chgData name="Andres Arcila" userId="S::aarcila@msudenver.edu::f8ef5e2e-98f9-4d46-a3be-9ed83b71979d" providerId="AD" clId="Web-{EFEEE3B6-9261-DBF2-BCB1-28B16538EAF3}" dt="2026-04-30T22:31:48.371" v="38" actId="1076"/>
          <ac:picMkLst>
            <pc:docMk/>
            <pc:sldMk cId="4096616708" sldId="256"/>
            <ac:picMk id="19" creationId="{5841EECF-9B3D-F9C0-05D4-EC980B639CC9}"/>
          </ac:picMkLst>
        </pc:picChg>
        <pc:picChg chg="add mod">
          <ac:chgData name="Andres Arcila" userId="S::aarcila@msudenver.edu::f8ef5e2e-98f9-4d46-a3be-9ed83b71979d" providerId="AD" clId="Web-{EFEEE3B6-9261-DBF2-BCB1-28B16538EAF3}" dt="2026-04-30T23:15:04.346" v="129" actId="1076"/>
          <ac:picMkLst>
            <pc:docMk/>
            <pc:sldMk cId="4096616708" sldId="256"/>
            <ac:picMk id="20" creationId="{71917004-71FD-FA6B-E1E5-D2ACF149CA11}"/>
          </ac:picMkLst>
        </pc:picChg>
        <pc:picChg chg="del">
          <ac:chgData name="Andres Arcila" userId="S::aarcila@msudenver.edu::f8ef5e2e-98f9-4d46-a3be-9ed83b71979d" providerId="AD" clId="Web-{EFEEE3B6-9261-DBF2-BCB1-28B16538EAF3}" dt="2026-04-30T22:31:37.230" v="35"/>
          <ac:picMkLst>
            <pc:docMk/>
            <pc:sldMk cId="4096616708" sldId="256"/>
            <ac:picMk id="20" creationId="{91612FEC-D0EC-79F6-3F42-BFEE95AAD3A1}"/>
          </ac:picMkLst>
        </pc:picChg>
        <pc:picChg chg="add del mod">
          <ac:chgData name="Andres Arcila" userId="S::aarcila@msudenver.edu::f8ef5e2e-98f9-4d46-a3be-9ed83b71979d" providerId="AD" clId="Web-{EFEEE3B6-9261-DBF2-BCB1-28B16538EAF3}" dt="2026-04-30T23:12:44.752" v="115"/>
          <ac:picMkLst>
            <pc:docMk/>
            <pc:sldMk cId="4096616708" sldId="256"/>
            <ac:picMk id="21" creationId="{41728B8F-6C63-E02F-0636-D550615331EB}"/>
          </ac:picMkLst>
        </pc:picChg>
        <pc:picChg chg="add mod">
          <ac:chgData name="Andres Arcila" userId="S::aarcila@msudenver.edu::f8ef5e2e-98f9-4d46-a3be-9ed83b71979d" providerId="AD" clId="Web-{EFEEE3B6-9261-DBF2-BCB1-28B16538EAF3}" dt="2026-04-30T23:11:00.690" v="84" actId="1076"/>
          <ac:picMkLst>
            <pc:docMk/>
            <pc:sldMk cId="4096616708" sldId="256"/>
            <ac:picMk id="22" creationId="{93EBEE15-A127-7316-ADD7-C311157E41B3}"/>
          </ac:picMkLst>
        </pc:picChg>
        <pc:picChg chg="add del mod modCrop">
          <ac:chgData name="Andres Arcila" userId="S::aarcila@msudenver.edu::f8ef5e2e-98f9-4d46-a3be-9ed83b71979d" providerId="AD" clId="Web-{EFEEE3B6-9261-DBF2-BCB1-28B16538EAF3}" dt="2026-04-30T23:14:07.612" v="123"/>
          <ac:picMkLst>
            <pc:docMk/>
            <pc:sldMk cId="4096616708" sldId="256"/>
            <ac:picMk id="23" creationId="{72D461F0-A0AF-155D-D041-9B782B5A10D6}"/>
          </ac:picMkLst>
        </pc:picChg>
        <pc:picChg chg="add mod">
          <ac:chgData name="Andres Arcila" userId="S::aarcila@msudenver.edu::f8ef5e2e-98f9-4d46-a3be-9ed83b71979d" providerId="AD" clId="Web-{EFEEE3B6-9261-DBF2-BCB1-28B16538EAF3}" dt="2026-04-30T23:14:22.908" v="127" actId="14100"/>
          <ac:picMkLst>
            <pc:docMk/>
            <pc:sldMk cId="4096616708" sldId="256"/>
            <ac:picMk id="25" creationId="{1E82FD9B-94CA-8E2B-6AAE-090383AF2BFC}"/>
          </ac:picMkLst>
        </pc:picChg>
        <pc:picChg chg="del">
          <ac:chgData name="Andres Arcila" userId="S::aarcila@msudenver.edu::f8ef5e2e-98f9-4d46-a3be-9ed83b71979d" providerId="AD" clId="Web-{EFEEE3B6-9261-DBF2-BCB1-28B16538EAF3}" dt="2026-04-30T22:21:48.027" v="8"/>
          <ac:picMkLst>
            <pc:docMk/>
            <pc:sldMk cId="4096616708" sldId="256"/>
            <ac:picMk id="39" creationId="{A1B2873C-2D17-3328-7440-1A289745F815}"/>
          </ac:picMkLst>
        </pc:picChg>
      </pc:sldChg>
    </pc:docChg>
  </pc:docChgLst>
  <pc:docChgLst>
    <pc:chgData name="John Garcia" userId="acbc0dc7-9ba6-4d6f-b3cf-53411549a09b" providerId="ADAL" clId="{93069025-A35A-5BC3-AE8D-F9031F30E70D}"/>
    <pc:docChg chg="undo custSel modSld">
      <pc:chgData name="John Garcia" userId="acbc0dc7-9ba6-4d6f-b3cf-53411549a09b" providerId="ADAL" clId="{93069025-A35A-5BC3-AE8D-F9031F30E70D}" dt="2026-04-24T02:18:04.659" v="394" actId="1076"/>
      <pc:docMkLst>
        <pc:docMk/>
      </pc:docMkLst>
      <pc:sldChg chg="addSp delSp modSp mod">
        <pc:chgData name="John Garcia" userId="acbc0dc7-9ba6-4d6f-b3cf-53411549a09b" providerId="ADAL" clId="{93069025-A35A-5BC3-AE8D-F9031F30E70D}" dt="2026-04-24T02:18:04.659" v="394" actId="1076"/>
        <pc:sldMkLst>
          <pc:docMk/>
          <pc:sldMk cId="4096616708" sldId="256"/>
        </pc:sldMkLst>
        <pc:spChg chg="mod">
          <ac:chgData name="John Garcia" userId="acbc0dc7-9ba6-4d6f-b3cf-53411549a09b" providerId="ADAL" clId="{93069025-A35A-5BC3-AE8D-F9031F30E70D}" dt="2026-04-24T01:10:34.060" v="148" actId="1076"/>
          <ac:spMkLst>
            <pc:docMk/>
            <pc:sldMk cId="4096616708" sldId="256"/>
            <ac:spMk id="8" creationId="{AF8891FC-2DD5-4C66-8B3E-BFBFDD8D92A3}"/>
          </ac:spMkLst>
        </pc:spChg>
        <pc:spChg chg="mod">
          <ac:chgData name="John Garcia" userId="acbc0dc7-9ba6-4d6f-b3cf-53411549a09b" providerId="ADAL" clId="{93069025-A35A-5BC3-AE8D-F9031F30E70D}" dt="2026-04-24T02:10:24.958" v="253" actId="20577"/>
          <ac:spMkLst>
            <pc:docMk/>
            <pc:sldMk cId="4096616708" sldId="256"/>
            <ac:spMk id="24" creationId="{91F4A8E6-5047-EB7E-6FDA-E608EBAC2A98}"/>
          </ac:spMkLst>
        </pc:spChg>
        <pc:spChg chg="mod">
          <ac:chgData name="John Garcia" userId="acbc0dc7-9ba6-4d6f-b3cf-53411549a09b" providerId="ADAL" clId="{93069025-A35A-5BC3-AE8D-F9031F30E70D}" dt="2026-04-24T02:17:00.497" v="339" actId="20577"/>
          <ac:spMkLst>
            <pc:docMk/>
            <pc:sldMk cId="4096616708" sldId="256"/>
            <ac:spMk id="27" creationId="{5111D073-0374-B4EE-A0A8-FCCBA8064C2D}"/>
          </ac:spMkLst>
        </pc:spChg>
        <pc:spChg chg="mod">
          <ac:chgData name="John Garcia" userId="acbc0dc7-9ba6-4d6f-b3cf-53411549a09b" providerId="ADAL" clId="{93069025-A35A-5BC3-AE8D-F9031F30E70D}" dt="2026-04-24T02:13:57.281" v="298" actId="166"/>
          <ac:spMkLst>
            <pc:docMk/>
            <pc:sldMk cId="4096616708" sldId="256"/>
            <ac:spMk id="29" creationId="{75C6AA63-B627-699F-6F16-92101010118F}"/>
          </ac:spMkLst>
        </pc:spChg>
        <pc:spChg chg="mod">
          <ac:chgData name="John Garcia" userId="acbc0dc7-9ba6-4d6f-b3cf-53411549a09b" providerId="ADAL" clId="{93069025-A35A-5BC3-AE8D-F9031F30E70D}" dt="2026-04-24T02:13:17.745" v="297" actId="20577"/>
          <ac:spMkLst>
            <pc:docMk/>
            <pc:sldMk cId="4096616708" sldId="256"/>
            <ac:spMk id="30" creationId="{B05E754D-2836-AF01-F67C-AB670115CCE4}"/>
          </ac:spMkLst>
        </pc:spChg>
        <pc:spChg chg="add mod">
          <ac:chgData name="John Garcia" userId="acbc0dc7-9ba6-4d6f-b3cf-53411549a09b" providerId="ADAL" clId="{93069025-A35A-5BC3-AE8D-F9031F30E70D}" dt="2026-04-24T02:16:42.782" v="337" actId="115"/>
          <ac:spMkLst>
            <pc:docMk/>
            <pc:sldMk cId="4096616708" sldId="256"/>
            <ac:spMk id="36" creationId="{55534CC9-2D33-7EDA-803A-B8E1D127290D}"/>
          </ac:spMkLst>
        </pc:spChg>
        <pc:spChg chg="add mod">
          <ac:chgData name="John Garcia" userId="acbc0dc7-9ba6-4d6f-b3cf-53411549a09b" providerId="ADAL" clId="{93069025-A35A-5BC3-AE8D-F9031F30E70D}" dt="2026-04-24T02:17:51.383" v="391" actId="115"/>
          <ac:spMkLst>
            <pc:docMk/>
            <pc:sldMk cId="4096616708" sldId="256"/>
            <ac:spMk id="40" creationId="{38D01C1A-8640-6B5F-21E6-A2686B6AE487}"/>
          </ac:spMkLst>
        </pc:spChg>
        <pc:picChg chg="add mod">
          <ac:chgData name="John Garcia" userId="acbc0dc7-9ba6-4d6f-b3cf-53411549a09b" providerId="ADAL" clId="{93069025-A35A-5BC3-AE8D-F9031F30E70D}" dt="2026-04-24T02:17:09.189" v="341" actId="1076"/>
          <ac:picMkLst>
            <pc:docMk/>
            <pc:sldMk cId="4096616708" sldId="256"/>
            <ac:picMk id="6" creationId="{8CCE9A89-81B4-2CF4-631C-DB2B5C17FAFE}"/>
          </ac:picMkLst>
        </pc:picChg>
      </pc:sldChg>
    </pc:docChg>
  </pc:docChgLst>
  <pc:docChgLst>
    <pc:chgData name="Xavier Dammond" userId="S::xdammond@msudenver.edu::5a581440-e50c-4c0f-8b80-40dc6a579b80" providerId="AD" clId="Web-{FFC93D1D-5AE2-7018-E876-F5C09DC2E350}"/>
    <pc:docChg chg="modSld">
      <pc:chgData name="Xavier Dammond" userId="S::xdammond@msudenver.edu::5a581440-e50c-4c0f-8b80-40dc6a579b80" providerId="AD" clId="Web-{FFC93D1D-5AE2-7018-E876-F5C09DC2E350}" dt="2026-04-21T23:16:14.550" v="0" actId="20577"/>
      <pc:docMkLst>
        <pc:docMk/>
      </pc:docMkLst>
      <pc:sldChg chg="modSp">
        <pc:chgData name="Xavier Dammond" userId="S::xdammond@msudenver.edu::5a581440-e50c-4c0f-8b80-40dc6a579b80" providerId="AD" clId="Web-{FFC93D1D-5AE2-7018-E876-F5C09DC2E350}" dt="2026-04-21T23:16:14.550" v="0" actId="20577"/>
        <pc:sldMkLst>
          <pc:docMk/>
          <pc:sldMk cId="4096616708" sldId="256"/>
        </pc:sldMkLst>
        <pc:spChg chg="mod">
          <ac:chgData name="Xavier Dammond" userId="S::xdammond@msudenver.edu::5a581440-e50c-4c0f-8b80-40dc6a579b80" providerId="AD" clId="Web-{FFC93D1D-5AE2-7018-E876-F5C09DC2E350}" dt="2026-04-21T23:16:14.550" v="0" actId="20577"/>
          <ac:spMkLst>
            <pc:docMk/>
            <pc:sldMk cId="4096616708" sldId="256"/>
            <ac:spMk id="29" creationId="{75C6AA63-B627-699F-6F16-92101010118F}"/>
          </ac:spMkLst>
        </pc:spChg>
      </pc:sldChg>
    </pc:docChg>
  </pc:docChgLst>
  <pc:docChgLst>
    <pc:chgData clId="Web-{99AD5E34-CA73-31AD-FA07-3544A56D862A}"/>
    <pc:docChg chg="modSld">
      <pc:chgData name="" userId="" providerId="" clId="Web-{99AD5E34-CA73-31AD-FA07-3544A56D862A}" dt="2026-04-26T18:32:22.678" v="0" actId="14100"/>
      <pc:docMkLst>
        <pc:docMk/>
      </pc:docMkLst>
      <pc:sldChg chg="modSp">
        <pc:chgData name="" userId="" providerId="" clId="Web-{99AD5E34-CA73-31AD-FA07-3544A56D862A}" dt="2026-04-26T18:32:22.678" v="0" actId="14100"/>
        <pc:sldMkLst>
          <pc:docMk/>
          <pc:sldMk cId="4096616708" sldId="256"/>
        </pc:sldMkLst>
        <pc:picChg chg="mod">
          <ac:chgData name="" userId="" providerId="" clId="Web-{99AD5E34-CA73-31AD-FA07-3544A56D862A}" dt="2026-04-26T18:32:22.678" v="0" actId="14100"/>
          <ac:picMkLst>
            <pc:docMk/>
            <pc:sldMk cId="4096616708" sldId="256"/>
            <ac:picMk id="6" creationId="{8CCE9A89-81B4-2CF4-631C-DB2B5C17FAFE}"/>
          </ac:picMkLst>
        </pc:picChg>
      </pc:sldChg>
    </pc:docChg>
  </pc:docChgLst>
  <pc:docChgLst>
    <pc:chgData name="John Garcia" userId="S::jgarc338@msudenver.edu::acbc0dc7-9ba6-4d6f-b3cf-53411549a09b" providerId="AD" clId="Web-{0D7E9235-D629-9A63-53FD-6C313815EA84}"/>
    <pc:docChg chg="modSld">
      <pc:chgData name="John Garcia" userId="S::jgarc338@msudenver.edu::acbc0dc7-9ba6-4d6f-b3cf-53411549a09b" providerId="AD" clId="Web-{0D7E9235-D629-9A63-53FD-6C313815EA84}" dt="2026-04-23T22:27:31.842" v="39" actId="1076"/>
      <pc:docMkLst>
        <pc:docMk/>
      </pc:docMkLst>
      <pc:sldChg chg="modSp">
        <pc:chgData name="John Garcia" userId="S::jgarc338@msudenver.edu::acbc0dc7-9ba6-4d6f-b3cf-53411549a09b" providerId="AD" clId="Web-{0D7E9235-D629-9A63-53FD-6C313815EA84}" dt="2026-04-23T22:27:31.842" v="39" actId="1076"/>
        <pc:sldMkLst>
          <pc:docMk/>
          <pc:sldMk cId="4096616708" sldId="256"/>
        </pc:sldMkLst>
        <pc:spChg chg="mod">
          <ac:chgData name="John Garcia" userId="S::jgarc338@msudenver.edu::acbc0dc7-9ba6-4d6f-b3cf-53411549a09b" providerId="AD" clId="Web-{0D7E9235-D629-9A63-53FD-6C313815EA84}" dt="2026-04-23T22:25:48.482" v="37" actId="20577"/>
          <ac:spMkLst>
            <pc:docMk/>
            <pc:sldMk cId="4096616708" sldId="256"/>
            <ac:spMk id="27" creationId="{5111D073-0374-B4EE-A0A8-FCCBA8064C2D}"/>
          </ac:spMkLst>
        </pc:spChg>
      </pc:sldChg>
    </pc:docChg>
  </pc:docChgLst>
  <pc:docChgLst>
    <pc:chgData name="Xavier Dammond" userId="S::xdammond@msudenver.edu::5a581440-e50c-4c0f-8b80-40dc6a579b80" providerId="AD" clId="Web-{8ED6BDB9-6C3A-FBC1-E6CD-5020AB27DF38}"/>
    <pc:docChg chg="addSld modSld">
      <pc:chgData name="Xavier Dammond" userId="S::xdammond@msudenver.edu::5a581440-e50c-4c0f-8b80-40dc6a579b80" providerId="AD" clId="Web-{8ED6BDB9-6C3A-FBC1-E6CD-5020AB27DF38}" dt="2026-04-25T22:49:29.180" v="3" actId="1076"/>
      <pc:docMkLst>
        <pc:docMk/>
      </pc:docMkLst>
      <pc:sldChg chg="addSp delSp modSp add">
        <pc:chgData name="Xavier Dammond" userId="S::xdammond@msudenver.edu::5a581440-e50c-4c0f-8b80-40dc6a579b80" providerId="AD" clId="Web-{8ED6BDB9-6C3A-FBC1-E6CD-5020AB27DF38}" dt="2026-04-25T22:49:29.180" v="3" actId="1076"/>
        <pc:sldMkLst>
          <pc:docMk/>
          <pc:sldMk cId="4096616708" sldId="256"/>
        </pc:sldMkLst>
      </pc:sldChg>
    </pc:docChg>
  </pc:docChgLst>
  <pc:docChgLst>
    <pc:chgData clId="Web-{8ED6BDB9-6C3A-FBC1-E6CD-5020AB27DF38}"/>
    <pc:docChg chg="delSld">
      <pc:chgData name="" userId="" providerId="" clId="Web-{8ED6BDB9-6C3A-FBC1-E6CD-5020AB27DF38}" dt="2026-04-25T22:48:20.397"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C937B3-9C7E-4D0D-9288-79E1B6AB3DCB}" type="datetimeFigureOut">
              <a:rPr lang="en-US" smtClean="0"/>
              <a:t>4/30/2026</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FE8779-A543-437B-BC9F-BC59803E98CE}" type="slidenum">
              <a:rPr lang="en-US" smtClean="0"/>
              <a:t>‹#›</a:t>
            </a:fld>
            <a:endParaRPr lang="en-US"/>
          </a:p>
        </p:txBody>
      </p:sp>
    </p:spTree>
    <p:extLst>
      <p:ext uri="{BB962C8B-B14F-4D97-AF65-F5344CB8AC3E}">
        <p14:creationId xmlns:p14="http://schemas.microsoft.com/office/powerpoint/2010/main" val="3354132751"/>
      </p:ext>
    </p:extLst>
  </p:cSld>
  <p:clrMap bg1="lt1" tx1="dk1" bg2="lt2" tx2="dk2" accent1="accent1" accent2="accent2" accent3="accent3" accent4="accent4" accent5="accent5" accent6="accent6" hlink="hlink" folHlink="folHlink"/>
  <p:notesStyle>
    <a:lvl1pPr marL="0" algn="l" defTabSz="2633472" rtl="0" eaLnBrk="1" latinLnBrk="0" hangingPunct="1">
      <a:defRPr sz="3456" kern="1200">
        <a:solidFill>
          <a:schemeClr val="tx1"/>
        </a:solidFill>
        <a:latin typeface="+mn-lt"/>
        <a:ea typeface="+mn-ea"/>
        <a:cs typeface="+mn-cs"/>
      </a:defRPr>
    </a:lvl1pPr>
    <a:lvl2pPr marL="1316736" algn="l" defTabSz="2633472" rtl="0" eaLnBrk="1" latinLnBrk="0" hangingPunct="1">
      <a:defRPr sz="3456" kern="1200">
        <a:solidFill>
          <a:schemeClr val="tx1"/>
        </a:solidFill>
        <a:latin typeface="+mn-lt"/>
        <a:ea typeface="+mn-ea"/>
        <a:cs typeface="+mn-cs"/>
      </a:defRPr>
    </a:lvl2pPr>
    <a:lvl3pPr marL="2633472" algn="l" defTabSz="2633472" rtl="0" eaLnBrk="1" latinLnBrk="0" hangingPunct="1">
      <a:defRPr sz="3456" kern="1200">
        <a:solidFill>
          <a:schemeClr val="tx1"/>
        </a:solidFill>
        <a:latin typeface="+mn-lt"/>
        <a:ea typeface="+mn-ea"/>
        <a:cs typeface="+mn-cs"/>
      </a:defRPr>
    </a:lvl3pPr>
    <a:lvl4pPr marL="3950208" algn="l" defTabSz="2633472" rtl="0" eaLnBrk="1" latinLnBrk="0" hangingPunct="1">
      <a:defRPr sz="3456" kern="1200">
        <a:solidFill>
          <a:schemeClr val="tx1"/>
        </a:solidFill>
        <a:latin typeface="+mn-lt"/>
        <a:ea typeface="+mn-ea"/>
        <a:cs typeface="+mn-cs"/>
      </a:defRPr>
    </a:lvl4pPr>
    <a:lvl5pPr marL="5266944" algn="l" defTabSz="2633472" rtl="0" eaLnBrk="1" latinLnBrk="0" hangingPunct="1">
      <a:defRPr sz="3456" kern="1200">
        <a:solidFill>
          <a:schemeClr val="tx1"/>
        </a:solidFill>
        <a:latin typeface="+mn-lt"/>
        <a:ea typeface="+mn-ea"/>
        <a:cs typeface="+mn-cs"/>
      </a:defRPr>
    </a:lvl5pPr>
    <a:lvl6pPr marL="6583680" algn="l" defTabSz="2633472" rtl="0" eaLnBrk="1" latinLnBrk="0" hangingPunct="1">
      <a:defRPr sz="3456" kern="1200">
        <a:solidFill>
          <a:schemeClr val="tx1"/>
        </a:solidFill>
        <a:latin typeface="+mn-lt"/>
        <a:ea typeface="+mn-ea"/>
        <a:cs typeface="+mn-cs"/>
      </a:defRPr>
    </a:lvl6pPr>
    <a:lvl7pPr marL="7900416" algn="l" defTabSz="2633472" rtl="0" eaLnBrk="1" latinLnBrk="0" hangingPunct="1">
      <a:defRPr sz="3456" kern="1200">
        <a:solidFill>
          <a:schemeClr val="tx1"/>
        </a:solidFill>
        <a:latin typeface="+mn-lt"/>
        <a:ea typeface="+mn-ea"/>
        <a:cs typeface="+mn-cs"/>
      </a:defRPr>
    </a:lvl7pPr>
    <a:lvl8pPr marL="9217152" algn="l" defTabSz="2633472" rtl="0" eaLnBrk="1" latinLnBrk="0" hangingPunct="1">
      <a:defRPr sz="3456" kern="1200">
        <a:solidFill>
          <a:schemeClr val="tx1"/>
        </a:solidFill>
        <a:latin typeface="+mn-lt"/>
        <a:ea typeface="+mn-ea"/>
        <a:cs typeface="+mn-cs"/>
      </a:defRPr>
    </a:lvl8pPr>
    <a:lvl9pPr marL="10533888" algn="l" defTabSz="2633472" rtl="0" eaLnBrk="1" latinLnBrk="0" hangingPunct="1">
      <a:defRPr sz="345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E8779-A543-437B-BC9F-BC59803E98CE}" type="slidenum">
              <a:rPr lang="en-US" smtClean="0"/>
              <a:t>1</a:t>
            </a:fld>
            <a:endParaRPr lang="en-US"/>
          </a:p>
        </p:txBody>
      </p:sp>
    </p:spTree>
    <p:extLst>
      <p:ext uri="{BB962C8B-B14F-4D97-AF65-F5344CB8AC3E}">
        <p14:creationId xmlns:p14="http://schemas.microsoft.com/office/powerpoint/2010/main" val="3348298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30477" y="-27096"/>
            <a:ext cx="33011294" cy="21999792"/>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4070144" y="7694509"/>
            <a:ext cx="20976188" cy="5268166"/>
          </a:xfrm>
        </p:spPr>
        <p:txBody>
          <a:bodyPr anchor="b">
            <a:noAutofit/>
          </a:bodyPr>
          <a:lstStyle>
            <a:lvl1pPr algn="r">
              <a:defRPr sz="1728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4070144" y="12962670"/>
            <a:ext cx="20976188" cy="3510077"/>
          </a:xfrm>
        </p:spPr>
        <p:txBody>
          <a:bodyPr anchor="t"/>
          <a:lstStyle>
            <a:lvl1pPr marL="0" indent="0" algn="r">
              <a:buNone/>
              <a:defRPr>
                <a:solidFill>
                  <a:schemeClr val="tx1">
                    <a:lumMod val="50000"/>
                    <a:lumOff val="50000"/>
                  </a:schemeClr>
                </a:solidFill>
              </a:defRPr>
            </a:lvl1pPr>
            <a:lvl2pPr marL="1463040" indent="0" algn="ctr">
              <a:buNone/>
              <a:defRPr>
                <a:solidFill>
                  <a:schemeClr val="tx1">
                    <a:tint val="75000"/>
                  </a:schemeClr>
                </a:solidFill>
              </a:defRPr>
            </a:lvl2pPr>
            <a:lvl3pPr marL="2926080" indent="0" algn="ctr">
              <a:buNone/>
              <a:defRPr>
                <a:solidFill>
                  <a:schemeClr val="tx1">
                    <a:tint val="75000"/>
                  </a:schemeClr>
                </a:solidFill>
              </a:defRPr>
            </a:lvl3pPr>
            <a:lvl4pPr marL="4389120" indent="0" algn="ctr">
              <a:buNone/>
              <a:defRPr>
                <a:solidFill>
                  <a:schemeClr val="tx1">
                    <a:tint val="75000"/>
                  </a:schemeClr>
                </a:solidFill>
              </a:defRPr>
            </a:lvl4pPr>
            <a:lvl5pPr marL="5852160" indent="0" algn="ctr">
              <a:buNone/>
              <a:defRPr>
                <a:solidFill>
                  <a:schemeClr val="tx1">
                    <a:tint val="75000"/>
                  </a:schemeClr>
                </a:solidFill>
              </a:defRPr>
            </a:lvl5pPr>
            <a:lvl6pPr marL="7315200" indent="0" algn="ctr">
              <a:buNone/>
              <a:defRPr>
                <a:solidFill>
                  <a:schemeClr val="tx1">
                    <a:tint val="75000"/>
                  </a:schemeClr>
                </a:solidFill>
              </a:defRPr>
            </a:lvl6pPr>
            <a:lvl7pPr marL="8778240" indent="0" algn="ctr">
              <a:buNone/>
              <a:defRPr>
                <a:solidFill>
                  <a:schemeClr val="tx1">
                    <a:tint val="75000"/>
                  </a:schemeClr>
                </a:solidFill>
              </a:defRPr>
            </a:lvl7pPr>
            <a:lvl8pPr marL="10241280" indent="0" algn="ctr">
              <a:buNone/>
              <a:defRPr>
                <a:solidFill>
                  <a:schemeClr val="tx1">
                    <a:tint val="75000"/>
                  </a:schemeClr>
                </a:solidFill>
              </a:defRPr>
            </a:lvl8pPr>
            <a:lvl9pPr marL="1170432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1644211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1613706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94555" y="8642779"/>
            <a:ext cx="22851774" cy="5845059"/>
          </a:xfrm>
        </p:spPr>
        <p:txBody>
          <a:bodyPr anchor="b"/>
          <a:lstStyle>
            <a:lvl1pPr algn="l">
              <a:defRPr sz="12800" b="0" cap="none"/>
            </a:lvl1pPr>
          </a:lstStyle>
          <a:p>
            <a:r>
              <a:rPr lang="en-US"/>
              <a:t>Click to edit Master title style</a:t>
            </a:r>
          </a:p>
        </p:txBody>
      </p:sp>
      <p:sp>
        <p:nvSpPr>
          <p:cNvPr id="3" name="Text Placeholder 2"/>
          <p:cNvSpPr>
            <a:spLocks noGrp="1"/>
          </p:cNvSpPr>
          <p:nvPr>
            <p:ph type="body" idx="1"/>
          </p:nvPr>
        </p:nvSpPr>
        <p:spPr>
          <a:xfrm>
            <a:off x="2194555" y="14487834"/>
            <a:ext cx="22851774" cy="2753280"/>
          </a:xfrm>
        </p:spPr>
        <p:txBody>
          <a:bodyPr anchor="t"/>
          <a:lstStyle>
            <a:lvl1pPr marL="0" indent="0" algn="l">
              <a:buNone/>
              <a:defRPr sz="6400">
                <a:solidFill>
                  <a:schemeClr val="tx1">
                    <a:lumMod val="50000"/>
                    <a:lumOff val="50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1250237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560" y="1950720"/>
            <a:ext cx="22851770" cy="4226560"/>
          </a:xfrm>
        </p:spPr>
        <p:txBody>
          <a:bodyPr/>
          <a:lstStyle/>
          <a:p>
            <a:r>
              <a:rPr lang="en-US"/>
              <a:t>Click to edit Master title style</a:t>
            </a:r>
          </a:p>
        </p:txBody>
      </p:sp>
      <p:sp>
        <p:nvSpPr>
          <p:cNvPr id="3" name="Content Placeholder 2"/>
          <p:cNvSpPr>
            <a:spLocks noGrp="1"/>
          </p:cNvSpPr>
          <p:nvPr>
            <p:ph sz="half" idx="1"/>
          </p:nvPr>
        </p:nvSpPr>
        <p:spPr>
          <a:xfrm>
            <a:off x="2194562" y="6913885"/>
            <a:ext cx="11117192" cy="12418470"/>
          </a:xfrm>
        </p:spPr>
        <p:txBody>
          <a:bodyPr>
            <a:normAutofit/>
          </a:bodyPr>
          <a:lstStyle>
            <a:lvl1pPr>
              <a:defRPr sz="5760"/>
            </a:lvl1pPr>
            <a:lvl2pPr>
              <a:defRPr sz="5120"/>
            </a:lvl2pPr>
            <a:lvl3pPr>
              <a:defRPr sz="4480"/>
            </a:lvl3pPr>
            <a:lvl4pPr>
              <a:defRPr sz="3840"/>
            </a:lvl4pPr>
            <a:lvl5pPr>
              <a:defRPr sz="3840"/>
            </a:lvl5pPr>
            <a:lvl6pPr>
              <a:defRPr sz="3840"/>
            </a:lvl6pPr>
            <a:lvl7pPr>
              <a:defRPr sz="3840"/>
            </a:lvl7pPr>
            <a:lvl8pPr>
              <a:defRPr sz="3840"/>
            </a:lvl8pPr>
            <a:lvl9pPr>
              <a:defRPr sz="3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3929134" y="6913889"/>
            <a:ext cx="11117196" cy="12418474"/>
          </a:xfrm>
        </p:spPr>
        <p:txBody>
          <a:bodyPr>
            <a:normAutofit/>
          </a:bodyPr>
          <a:lstStyle>
            <a:lvl1pPr>
              <a:defRPr sz="5760"/>
            </a:lvl1pPr>
            <a:lvl2pPr>
              <a:defRPr sz="5120"/>
            </a:lvl2pPr>
            <a:lvl3pPr>
              <a:defRPr sz="4480"/>
            </a:lvl3pPr>
            <a:lvl4pPr>
              <a:defRPr sz="3840"/>
            </a:lvl4pPr>
            <a:lvl5pPr>
              <a:defRPr sz="3840"/>
            </a:lvl5pPr>
            <a:lvl6pPr>
              <a:defRPr sz="3840"/>
            </a:lvl6pPr>
            <a:lvl7pPr>
              <a:defRPr sz="3840"/>
            </a:lvl7pPr>
            <a:lvl8pPr>
              <a:defRPr sz="3840"/>
            </a:lvl8pPr>
            <a:lvl9pPr>
              <a:defRPr sz="3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885771-4D18-437D-8E07-61F4A1A60086}"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84723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58" y="1950720"/>
            <a:ext cx="22851767" cy="422656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57" y="6915146"/>
            <a:ext cx="11126419" cy="1844038"/>
          </a:xfrm>
        </p:spPr>
        <p:txBody>
          <a:bodyPr anchor="b">
            <a:noAutofit/>
          </a:bodyPr>
          <a:lstStyle>
            <a:lvl1pPr marL="0" indent="0">
              <a:buNone/>
              <a:defRPr sz="7680" b="0"/>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94557" y="8759189"/>
            <a:ext cx="11126419" cy="1057317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3919904" y="6915146"/>
            <a:ext cx="11126419" cy="1844038"/>
          </a:xfrm>
        </p:spPr>
        <p:txBody>
          <a:bodyPr anchor="b">
            <a:noAutofit/>
          </a:bodyPr>
          <a:lstStyle>
            <a:lvl1pPr marL="0" indent="0">
              <a:buNone/>
              <a:defRPr sz="7680" b="0"/>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3919904" y="8759189"/>
            <a:ext cx="11126419" cy="1057317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885771-4D18-437D-8E07-61F4A1A60086}"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128644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557" y="1950720"/>
            <a:ext cx="22851770" cy="422656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1B885771-4D18-437D-8E07-61F4A1A60086}"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2457621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885771-4D18-437D-8E07-61F4A1A60086}"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352980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57" y="4795533"/>
            <a:ext cx="10044655" cy="4091091"/>
          </a:xfrm>
        </p:spPr>
        <p:txBody>
          <a:bodyPr anchor="b">
            <a:normAutofit/>
          </a:bodyPr>
          <a:lstStyle>
            <a:lvl1pPr>
              <a:defRPr sz="6400"/>
            </a:lvl1pPr>
          </a:lstStyle>
          <a:p>
            <a:r>
              <a:rPr lang="en-US"/>
              <a:t>Click to edit Master title style</a:t>
            </a:r>
          </a:p>
        </p:txBody>
      </p:sp>
      <p:sp>
        <p:nvSpPr>
          <p:cNvPr id="3" name="Content Placeholder 2"/>
          <p:cNvSpPr>
            <a:spLocks noGrp="1"/>
          </p:cNvSpPr>
          <p:nvPr>
            <p:ph idx="1"/>
          </p:nvPr>
        </p:nvSpPr>
        <p:spPr>
          <a:xfrm>
            <a:off x="12856592" y="1647762"/>
            <a:ext cx="12189733" cy="1768459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57" y="8886622"/>
            <a:ext cx="10044655" cy="8270237"/>
          </a:xfrm>
        </p:spPr>
        <p:txBody>
          <a:bodyPr>
            <a:normAutofit/>
          </a:bodyPr>
          <a:lstStyle>
            <a:lvl1pPr marL="0" indent="0">
              <a:buNone/>
              <a:defRPr sz="448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1B885771-4D18-437D-8E07-61F4A1A60086}"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2017927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57" y="15361920"/>
            <a:ext cx="22851770" cy="1813562"/>
          </a:xfrm>
        </p:spPr>
        <p:txBody>
          <a:bodyPr anchor="b">
            <a:normAutofit/>
          </a:bodyPr>
          <a:lstStyle>
            <a:lvl1pPr algn="l">
              <a:defRPr sz="7680" b="0"/>
            </a:lvl1pPr>
          </a:lstStyle>
          <a:p>
            <a:r>
              <a:rPr lang="en-US"/>
              <a:t>Click to edit Master title style</a:t>
            </a:r>
          </a:p>
        </p:txBody>
      </p:sp>
      <p:sp>
        <p:nvSpPr>
          <p:cNvPr id="3" name="Picture Placeholder 2"/>
          <p:cNvSpPr>
            <a:spLocks noGrp="1" noChangeAspect="1"/>
          </p:cNvSpPr>
          <p:nvPr>
            <p:ph type="pic" idx="1"/>
          </p:nvPr>
        </p:nvSpPr>
        <p:spPr>
          <a:xfrm>
            <a:off x="2194557" y="1950720"/>
            <a:ext cx="22851770" cy="12306298"/>
          </a:xfrm>
        </p:spPr>
        <p:txBody>
          <a:bodyPr anchor="t">
            <a:normAutofit/>
          </a:bodyPr>
          <a:lstStyle>
            <a:lvl1pPr marL="0" indent="0" algn="ctr">
              <a:buNone/>
              <a:defRPr sz="5120"/>
            </a:lvl1pPr>
            <a:lvl2pPr marL="1463040" indent="0">
              <a:buNone/>
              <a:defRPr sz="5120"/>
            </a:lvl2pPr>
            <a:lvl3pPr marL="2926080" indent="0">
              <a:buNone/>
              <a:defRPr sz="5120"/>
            </a:lvl3pPr>
            <a:lvl4pPr marL="4389120" indent="0">
              <a:buNone/>
              <a:defRPr sz="5120"/>
            </a:lvl4pPr>
            <a:lvl5pPr marL="5852160" indent="0">
              <a:buNone/>
              <a:defRPr sz="5120"/>
            </a:lvl5pPr>
            <a:lvl6pPr marL="7315200" indent="0">
              <a:buNone/>
              <a:defRPr sz="5120"/>
            </a:lvl6pPr>
            <a:lvl7pPr marL="8778240" indent="0">
              <a:buNone/>
              <a:defRPr sz="5120"/>
            </a:lvl7pPr>
            <a:lvl8pPr marL="10241280" indent="0">
              <a:buNone/>
              <a:defRPr sz="5120"/>
            </a:lvl8pPr>
            <a:lvl9pPr marL="11704320" indent="0">
              <a:buNone/>
              <a:defRPr sz="5120"/>
            </a:lvl9pPr>
          </a:lstStyle>
          <a:p>
            <a:r>
              <a:rPr lang="en-US"/>
              <a:t>Click icon to add picture</a:t>
            </a:r>
          </a:p>
        </p:txBody>
      </p:sp>
      <p:sp>
        <p:nvSpPr>
          <p:cNvPr id="4" name="Text Placeholder 3"/>
          <p:cNvSpPr>
            <a:spLocks noGrp="1"/>
          </p:cNvSpPr>
          <p:nvPr>
            <p:ph type="body" sz="half" idx="2"/>
          </p:nvPr>
        </p:nvSpPr>
        <p:spPr>
          <a:xfrm>
            <a:off x="2194557" y="17175482"/>
            <a:ext cx="22851770" cy="2156877"/>
          </a:xfrm>
        </p:spPr>
        <p:txBody>
          <a:bodyPr>
            <a:normAutofit/>
          </a:bodyPr>
          <a:lstStyle>
            <a:lvl1pPr marL="0" indent="0">
              <a:buNone/>
              <a:defRPr sz="3840"/>
            </a:lvl1pPr>
            <a:lvl2pPr marL="1463040" indent="0">
              <a:buNone/>
              <a:defRPr sz="3840"/>
            </a:lvl2pPr>
            <a:lvl3pPr marL="2926080" indent="0">
              <a:buNone/>
              <a:defRPr sz="3200"/>
            </a:lvl3pPr>
            <a:lvl4pPr marL="4389120" indent="0">
              <a:buNone/>
              <a:defRPr sz="2880"/>
            </a:lvl4pPr>
            <a:lvl5pPr marL="5852160" indent="0">
              <a:buNone/>
              <a:defRPr sz="2880"/>
            </a:lvl5pPr>
            <a:lvl6pPr marL="7315200" indent="0">
              <a:buNone/>
              <a:defRPr sz="2880"/>
            </a:lvl6pPr>
            <a:lvl7pPr marL="8778240" indent="0">
              <a:buNone/>
              <a:defRPr sz="2880"/>
            </a:lvl7pPr>
            <a:lvl8pPr marL="10241280" indent="0">
              <a:buNone/>
              <a:defRPr sz="2880"/>
            </a:lvl8pPr>
            <a:lvl9pPr marL="11704320" indent="0">
              <a:buNone/>
              <a:defRPr sz="2880"/>
            </a:lvl9pPr>
          </a:lstStyle>
          <a:p>
            <a:pPr lvl="0"/>
            <a:r>
              <a:rPr lang="en-US"/>
              <a:t>Click to edit Master text styles</a:t>
            </a:r>
          </a:p>
        </p:txBody>
      </p:sp>
      <p:sp>
        <p:nvSpPr>
          <p:cNvPr id="5" name="Date Placeholder 4"/>
          <p:cNvSpPr>
            <a:spLocks noGrp="1"/>
          </p:cNvSpPr>
          <p:nvPr>
            <p:ph type="dt" sz="half" idx="10"/>
          </p:nvPr>
        </p:nvSpPr>
        <p:spPr/>
        <p:txBody>
          <a:bodyPr/>
          <a:lstStyle/>
          <a:p>
            <a:fld id="{1B885771-4D18-437D-8E07-61F4A1A60086}"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3159181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950720"/>
            <a:ext cx="22851770" cy="10891520"/>
          </a:xfrm>
        </p:spPr>
        <p:txBody>
          <a:bodyPr anchor="ctr">
            <a:normAutofit/>
          </a:bodyPr>
          <a:lstStyle>
            <a:lvl1pPr algn="l">
              <a:defRPr sz="14080" b="0" cap="none"/>
            </a:lvl1pPr>
          </a:lstStyle>
          <a:p>
            <a:r>
              <a:rPr lang="en-US"/>
              <a:t>Click to edit Master title style</a:t>
            </a:r>
          </a:p>
        </p:txBody>
      </p:sp>
      <p:sp>
        <p:nvSpPr>
          <p:cNvPr id="3" name="Text Placeholder 2"/>
          <p:cNvSpPr>
            <a:spLocks noGrp="1"/>
          </p:cNvSpPr>
          <p:nvPr>
            <p:ph type="body" idx="1"/>
          </p:nvPr>
        </p:nvSpPr>
        <p:spPr>
          <a:xfrm>
            <a:off x="2194560" y="14305280"/>
            <a:ext cx="22851770" cy="5027078"/>
          </a:xfrm>
        </p:spPr>
        <p:txBody>
          <a:bodyPr anchor="ctr">
            <a:normAutofit/>
          </a:bodyPr>
          <a:lstStyle>
            <a:lvl1pPr marL="0" indent="0" algn="l">
              <a:buNone/>
              <a:defRPr sz="5760">
                <a:solidFill>
                  <a:schemeClr val="tx1">
                    <a:lumMod val="75000"/>
                    <a:lumOff val="25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460748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89586" y="1950720"/>
            <a:ext cx="21859855" cy="9672320"/>
          </a:xfrm>
        </p:spPr>
        <p:txBody>
          <a:bodyPr anchor="ctr">
            <a:normAutofit/>
          </a:bodyPr>
          <a:lstStyle>
            <a:lvl1pPr algn="l">
              <a:defRPr sz="14080" b="0" cap="none"/>
            </a:lvl1pPr>
          </a:lstStyle>
          <a:p>
            <a:r>
              <a:rPr lang="en-US"/>
              <a:t>Click to edit Master title style</a:t>
            </a:r>
          </a:p>
        </p:txBody>
      </p:sp>
      <p:sp>
        <p:nvSpPr>
          <p:cNvPr id="23" name="Text Placeholder 9"/>
          <p:cNvSpPr>
            <a:spLocks noGrp="1"/>
          </p:cNvSpPr>
          <p:nvPr>
            <p:ph type="body" sz="quarter" idx="13"/>
          </p:nvPr>
        </p:nvSpPr>
        <p:spPr>
          <a:xfrm>
            <a:off x="3963867" y="11623040"/>
            <a:ext cx="19511294" cy="1219200"/>
          </a:xfrm>
        </p:spPr>
        <p:txBody>
          <a:bodyPr anchor="ctr">
            <a:noAutofit/>
          </a:bodyPr>
          <a:lstStyle>
            <a:lvl1pPr marL="0" indent="0">
              <a:buFontTx/>
              <a:buNone/>
              <a:defRPr sz="5120">
                <a:solidFill>
                  <a:schemeClr val="tx1">
                    <a:lumMod val="50000"/>
                    <a:lumOff val="50000"/>
                  </a:schemeClr>
                </a:solidFill>
              </a:defRPr>
            </a:lvl1pPr>
            <a:lvl2pPr marL="1463040" indent="0">
              <a:buFontTx/>
              <a:buNone/>
              <a:defRPr/>
            </a:lvl2pPr>
            <a:lvl3pPr marL="2926080" indent="0">
              <a:buFontTx/>
              <a:buNone/>
              <a:defRPr/>
            </a:lvl3pPr>
            <a:lvl4pPr marL="4389120" indent="0">
              <a:buFontTx/>
              <a:buNone/>
              <a:defRPr/>
            </a:lvl4pPr>
            <a:lvl5pPr marL="5852160" indent="0">
              <a:buFontTx/>
              <a:buNone/>
              <a:defRPr/>
            </a:lvl5pPr>
          </a:lstStyle>
          <a:p>
            <a:pPr lvl="0"/>
            <a:r>
              <a:rPr lang="en-US"/>
              <a:t>Click to edit Master text styles</a:t>
            </a:r>
          </a:p>
        </p:txBody>
      </p:sp>
      <p:sp>
        <p:nvSpPr>
          <p:cNvPr id="3" name="Text Placeholder 2"/>
          <p:cNvSpPr>
            <a:spLocks noGrp="1"/>
          </p:cNvSpPr>
          <p:nvPr>
            <p:ph type="body" idx="1"/>
          </p:nvPr>
        </p:nvSpPr>
        <p:spPr>
          <a:xfrm>
            <a:off x="2194555" y="14305280"/>
            <a:ext cx="22851774" cy="5027078"/>
          </a:xfrm>
        </p:spPr>
        <p:txBody>
          <a:bodyPr anchor="ctr">
            <a:normAutofit/>
          </a:bodyPr>
          <a:lstStyle>
            <a:lvl1pPr marL="0" indent="0" algn="l">
              <a:buNone/>
              <a:defRPr sz="5760">
                <a:solidFill>
                  <a:schemeClr val="tx1">
                    <a:lumMod val="75000"/>
                    <a:lumOff val="25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
        <p:nvSpPr>
          <p:cNvPr id="24" name="TextBox 23"/>
          <p:cNvSpPr txBox="1"/>
          <p:nvPr/>
        </p:nvSpPr>
        <p:spPr>
          <a:xfrm>
            <a:off x="1737762" y="2529210"/>
            <a:ext cx="1646348" cy="1871283"/>
          </a:xfrm>
          <a:prstGeom prst="rect">
            <a:avLst/>
          </a:prstGeom>
        </p:spPr>
        <p:txBody>
          <a:bodyPr vert="horz" lIns="292608" tIns="146304" rIns="292608" bIns="146304" rtlCol="0" anchor="ctr">
            <a:noAutofit/>
          </a:bodyPr>
          <a:lstStyle/>
          <a:p>
            <a:pPr lvl="0"/>
            <a:r>
              <a:rPr lang="en-US" sz="25600" baseline="0">
                <a:ln w="3175" cmpd="sng">
                  <a:noFill/>
                </a:ln>
                <a:solidFill>
                  <a:schemeClr val="accent1">
                    <a:lumMod val="60000"/>
                    <a:lumOff val="40000"/>
                  </a:schemeClr>
                </a:solidFill>
                <a:effectLst/>
                <a:latin typeface="Arial"/>
              </a:rPr>
              <a:t>“</a:t>
            </a:r>
          </a:p>
        </p:txBody>
      </p:sp>
      <p:sp>
        <p:nvSpPr>
          <p:cNvPr id="25" name="TextBox 24"/>
          <p:cNvSpPr txBox="1"/>
          <p:nvPr/>
        </p:nvSpPr>
        <p:spPr>
          <a:xfrm>
            <a:off x="24291718" y="9236979"/>
            <a:ext cx="1646348" cy="1871283"/>
          </a:xfrm>
          <a:prstGeom prst="rect">
            <a:avLst/>
          </a:prstGeom>
        </p:spPr>
        <p:txBody>
          <a:bodyPr vert="horz" lIns="292608" tIns="146304" rIns="292608" bIns="146304" rtlCol="0" anchor="ctr">
            <a:noAutofit/>
          </a:bodyPr>
          <a:lstStyle/>
          <a:p>
            <a:pPr lvl="0"/>
            <a:r>
              <a:rPr lang="en-US" sz="256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0766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194555" y="6182362"/>
            <a:ext cx="22851774" cy="8305472"/>
          </a:xfrm>
        </p:spPr>
        <p:txBody>
          <a:bodyPr anchor="b">
            <a:normAutofit/>
          </a:bodyPr>
          <a:lstStyle>
            <a:lvl1pPr algn="l">
              <a:defRPr sz="14080" b="0" cap="none"/>
            </a:lvl1pPr>
          </a:lstStyle>
          <a:p>
            <a:r>
              <a:rPr lang="en-US"/>
              <a:t>Click to edit Master title style</a:t>
            </a:r>
          </a:p>
        </p:txBody>
      </p:sp>
      <p:sp>
        <p:nvSpPr>
          <p:cNvPr id="3" name="Text Placeholder 2"/>
          <p:cNvSpPr>
            <a:spLocks noGrp="1"/>
          </p:cNvSpPr>
          <p:nvPr>
            <p:ph type="body" idx="1"/>
          </p:nvPr>
        </p:nvSpPr>
        <p:spPr>
          <a:xfrm>
            <a:off x="2194555" y="14487834"/>
            <a:ext cx="22851774" cy="4844525"/>
          </a:xfrm>
        </p:spPr>
        <p:txBody>
          <a:bodyPr anchor="t">
            <a:normAutofit/>
          </a:bodyPr>
          <a:lstStyle>
            <a:lvl1pPr marL="0" indent="0" algn="l">
              <a:buNone/>
              <a:defRPr sz="5760">
                <a:solidFill>
                  <a:schemeClr val="tx1">
                    <a:lumMod val="75000"/>
                    <a:lumOff val="25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33409012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789586" y="1950720"/>
            <a:ext cx="21859855" cy="9672320"/>
          </a:xfrm>
        </p:spPr>
        <p:txBody>
          <a:bodyPr anchor="ctr">
            <a:normAutofit/>
          </a:bodyPr>
          <a:lstStyle>
            <a:lvl1pPr algn="l">
              <a:defRPr sz="14080" b="0" cap="none"/>
            </a:lvl1pPr>
          </a:lstStyle>
          <a:p>
            <a:r>
              <a:rPr lang="en-US"/>
              <a:t>Click to edit Master title style</a:t>
            </a:r>
          </a:p>
        </p:txBody>
      </p:sp>
      <p:sp>
        <p:nvSpPr>
          <p:cNvPr id="23" name="Text Placeholder 9"/>
          <p:cNvSpPr>
            <a:spLocks noGrp="1"/>
          </p:cNvSpPr>
          <p:nvPr>
            <p:ph type="body" sz="quarter" idx="13"/>
          </p:nvPr>
        </p:nvSpPr>
        <p:spPr>
          <a:xfrm>
            <a:off x="2194549" y="12842240"/>
            <a:ext cx="22851778" cy="1645594"/>
          </a:xfrm>
        </p:spPr>
        <p:txBody>
          <a:bodyPr anchor="b">
            <a:noAutofit/>
          </a:bodyPr>
          <a:lstStyle>
            <a:lvl1pPr marL="0" indent="0">
              <a:buFontTx/>
              <a:buNone/>
              <a:defRPr sz="7680">
                <a:solidFill>
                  <a:schemeClr val="tx1">
                    <a:lumMod val="75000"/>
                    <a:lumOff val="25000"/>
                  </a:schemeClr>
                </a:solidFill>
              </a:defRPr>
            </a:lvl1pPr>
            <a:lvl2pPr marL="1463040" indent="0">
              <a:buFontTx/>
              <a:buNone/>
              <a:defRPr/>
            </a:lvl2pPr>
            <a:lvl3pPr marL="2926080" indent="0">
              <a:buFontTx/>
              <a:buNone/>
              <a:defRPr/>
            </a:lvl3pPr>
            <a:lvl4pPr marL="4389120" indent="0">
              <a:buFontTx/>
              <a:buNone/>
              <a:defRPr/>
            </a:lvl4pPr>
            <a:lvl5pPr marL="5852160" indent="0">
              <a:buFontTx/>
              <a:buNone/>
              <a:defRPr/>
            </a:lvl5pPr>
          </a:lstStyle>
          <a:p>
            <a:pPr lvl="0"/>
            <a:r>
              <a:rPr lang="en-US"/>
              <a:t>Click to edit Master text styles</a:t>
            </a:r>
          </a:p>
        </p:txBody>
      </p:sp>
      <p:sp>
        <p:nvSpPr>
          <p:cNvPr id="3" name="Text Placeholder 2"/>
          <p:cNvSpPr>
            <a:spLocks noGrp="1"/>
          </p:cNvSpPr>
          <p:nvPr>
            <p:ph type="body" idx="1"/>
          </p:nvPr>
        </p:nvSpPr>
        <p:spPr>
          <a:xfrm>
            <a:off x="2194555" y="14487834"/>
            <a:ext cx="22851774" cy="4844525"/>
          </a:xfrm>
        </p:spPr>
        <p:txBody>
          <a:bodyPr anchor="t">
            <a:normAutofit/>
          </a:bodyPr>
          <a:lstStyle>
            <a:lvl1pPr marL="0" indent="0" algn="l">
              <a:buNone/>
              <a:defRPr sz="5760">
                <a:solidFill>
                  <a:schemeClr val="tx1">
                    <a:lumMod val="50000"/>
                    <a:lumOff val="50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
        <p:nvSpPr>
          <p:cNvPr id="24" name="TextBox 23"/>
          <p:cNvSpPr txBox="1"/>
          <p:nvPr/>
        </p:nvSpPr>
        <p:spPr>
          <a:xfrm>
            <a:off x="1737762" y="2529210"/>
            <a:ext cx="1646348" cy="1871283"/>
          </a:xfrm>
          <a:prstGeom prst="rect">
            <a:avLst/>
          </a:prstGeom>
        </p:spPr>
        <p:txBody>
          <a:bodyPr vert="horz" lIns="292608" tIns="146304" rIns="292608" bIns="146304" rtlCol="0" anchor="ctr">
            <a:noAutofit/>
          </a:bodyPr>
          <a:lstStyle/>
          <a:p>
            <a:pPr lvl="0"/>
            <a:r>
              <a:rPr lang="en-US" sz="25600" baseline="0">
                <a:ln w="3175" cmpd="sng">
                  <a:noFill/>
                </a:ln>
                <a:solidFill>
                  <a:schemeClr val="accent1">
                    <a:lumMod val="60000"/>
                    <a:lumOff val="40000"/>
                  </a:schemeClr>
                </a:solidFill>
                <a:effectLst/>
                <a:latin typeface="Arial"/>
              </a:rPr>
              <a:t>“</a:t>
            </a:r>
          </a:p>
        </p:txBody>
      </p:sp>
      <p:sp>
        <p:nvSpPr>
          <p:cNvPr id="25" name="TextBox 24"/>
          <p:cNvSpPr txBox="1"/>
          <p:nvPr/>
        </p:nvSpPr>
        <p:spPr>
          <a:xfrm>
            <a:off x="24291718" y="9236979"/>
            <a:ext cx="1646348" cy="1871283"/>
          </a:xfrm>
          <a:prstGeom prst="rect">
            <a:avLst/>
          </a:prstGeom>
        </p:spPr>
        <p:txBody>
          <a:bodyPr vert="horz" lIns="292608" tIns="146304" rIns="292608" bIns="146304" rtlCol="0" anchor="ctr">
            <a:noAutofit/>
          </a:bodyPr>
          <a:lstStyle/>
          <a:p>
            <a:pPr lvl="0"/>
            <a:r>
              <a:rPr lang="en-US" sz="256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27410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17055" y="1950720"/>
            <a:ext cx="22829274" cy="9672320"/>
          </a:xfrm>
        </p:spPr>
        <p:txBody>
          <a:bodyPr anchor="ctr">
            <a:normAutofit/>
          </a:bodyPr>
          <a:lstStyle>
            <a:lvl1pPr algn="l">
              <a:defRPr sz="14080" b="0" cap="none"/>
            </a:lvl1pPr>
          </a:lstStyle>
          <a:p>
            <a:r>
              <a:rPr lang="en-US"/>
              <a:t>Click to edit Master title style</a:t>
            </a:r>
          </a:p>
        </p:txBody>
      </p:sp>
      <p:sp>
        <p:nvSpPr>
          <p:cNvPr id="23" name="Text Placeholder 9"/>
          <p:cNvSpPr>
            <a:spLocks noGrp="1"/>
          </p:cNvSpPr>
          <p:nvPr>
            <p:ph type="body" sz="quarter" idx="13"/>
          </p:nvPr>
        </p:nvSpPr>
        <p:spPr>
          <a:xfrm>
            <a:off x="2194549" y="12842240"/>
            <a:ext cx="22851778" cy="1645594"/>
          </a:xfrm>
        </p:spPr>
        <p:txBody>
          <a:bodyPr anchor="b">
            <a:noAutofit/>
          </a:bodyPr>
          <a:lstStyle>
            <a:lvl1pPr marL="0" indent="0">
              <a:buFontTx/>
              <a:buNone/>
              <a:defRPr sz="7680">
                <a:solidFill>
                  <a:schemeClr val="accent1"/>
                </a:solidFill>
              </a:defRPr>
            </a:lvl1pPr>
            <a:lvl2pPr marL="1463040" indent="0">
              <a:buFontTx/>
              <a:buNone/>
              <a:defRPr/>
            </a:lvl2pPr>
            <a:lvl3pPr marL="2926080" indent="0">
              <a:buFontTx/>
              <a:buNone/>
              <a:defRPr/>
            </a:lvl3pPr>
            <a:lvl4pPr marL="4389120" indent="0">
              <a:buFontTx/>
              <a:buNone/>
              <a:defRPr/>
            </a:lvl4pPr>
            <a:lvl5pPr marL="5852160" indent="0">
              <a:buFontTx/>
              <a:buNone/>
              <a:defRPr/>
            </a:lvl5pPr>
          </a:lstStyle>
          <a:p>
            <a:pPr lvl="0"/>
            <a:r>
              <a:rPr lang="en-US"/>
              <a:t>Click to edit Master text styles</a:t>
            </a:r>
          </a:p>
        </p:txBody>
      </p:sp>
      <p:sp>
        <p:nvSpPr>
          <p:cNvPr id="3" name="Text Placeholder 2"/>
          <p:cNvSpPr>
            <a:spLocks noGrp="1"/>
          </p:cNvSpPr>
          <p:nvPr>
            <p:ph type="body" idx="1"/>
          </p:nvPr>
        </p:nvSpPr>
        <p:spPr>
          <a:xfrm>
            <a:off x="2194555" y="14487834"/>
            <a:ext cx="22851774" cy="4844525"/>
          </a:xfrm>
        </p:spPr>
        <p:txBody>
          <a:bodyPr anchor="t">
            <a:normAutofit/>
          </a:bodyPr>
          <a:lstStyle>
            <a:lvl1pPr marL="0" indent="0" algn="l">
              <a:buNone/>
              <a:defRPr sz="5760">
                <a:solidFill>
                  <a:schemeClr val="tx1">
                    <a:lumMod val="50000"/>
                    <a:lumOff val="50000"/>
                  </a:schemeClr>
                </a:solidFill>
              </a:defRPr>
            </a:lvl1pPr>
            <a:lvl2pPr marL="1463040" indent="0">
              <a:buNone/>
              <a:defRPr sz="5760">
                <a:solidFill>
                  <a:schemeClr val="tx1">
                    <a:tint val="75000"/>
                  </a:schemeClr>
                </a:solidFill>
              </a:defRPr>
            </a:lvl2pPr>
            <a:lvl3pPr marL="2926080" indent="0">
              <a:buNone/>
              <a:defRPr sz="5120">
                <a:solidFill>
                  <a:schemeClr val="tx1">
                    <a:tint val="75000"/>
                  </a:schemeClr>
                </a:solidFill>
              </a:defRPr>
            </a:lvl3pPr>
            <a:lvl4pPr marL="4389120" indent="0">
              <a:buNone/>
              <a:defRPr sz="4480">
                <a:solidFill>
                  <a:schemeClr val="tx1">
                    <a:tint val="75000"/>
                  </a:schemeClr>
                </a:solidFill>
              </a:defRPr>
            </a:lvl4pPr>
            <a:lvl5pPr marL="5852160" indent="0">
              <a:buNone/>
              <a:defRPr sz="4480">
                <a:solidFill>
                  <a:schemeClr val="tx1">
                    <a:tint val="75000"/>
                  </a:schemeClr>
                </a:solidFill>
              </a:defRPr>
            </a:lvl5pPr>
            <a:lvl6pPr marL="7315200" indent="0">
              <a:buNone/>
              <a:defRPr sz="4480">
                <a:solidFill>
                  <a:schemeClr val="tx1">
                    <a:tint val="75000"/>
                  </a:schemeClr>
                </a:solidFill>
              </a:defRPr>
            </a:lvl6pPr>
            <a:lvl7pPr marL="8778240" indent="0">
              <a:buNone/>
              <a:defRPr sz="4480">
                <a:solidFill>
                  <a:schemeClr val="tx1">
                    <a:tint val="75000"/>
                  </a:schemeClr>
                </a:solidFill>
              </a:defRPr>
            </a:lvl7pPr>
            <a:lvl8pPr marL="10241280" indent="0">
              <a:buNone/>
              <a:defRPr sz="4480">
                <a:solidFill>
                  <a:schemeClr val="tx1">
                    <a:tint val="75000"/>
                  </a:schemeClr>
                </a:solidFill>
              </a:defRPr>
            </a:lvl8pPr>
            <a:lvl9pPr marL="11704320" indent="0">
              <a:buNone/>
              <a:defRPr sz="44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657322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3186162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18323" y="1950722"/>
            <a:ext cx="3523723" cy="16804643"/>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194556" y="1950722"/>
            <a:ext cx="18702094" cy="168046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885771-4D18-437D-8E07-61F4A1A60086}"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23BF9-09DB-46C0-A2E1-EEB5E6E21EEF}" type="slidenum">
              <a:rPr lang="en-US" smtClean="0"/>
              <a:t>‹#›</a:t>
            </a:fld>
            <a:endParaRPr lang="en-US"/>
          </a:p>
        </p:txBody>
      </p:sp>
    </p:spTree>
    <p:extLst>
      <p:ext uri="{BB962C8B-B14F-4D97-AF65-F5344CB8AC3E}">
        <p14:creationId xmlns:p14="http://schemas.microsoft.com/office/powerpoint/2010/main" val="2350698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30479" y="-27096"/>
            <a:ext cx="33011298" cy="21999792"/>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2194558" y="1950720"/>
            <a:ext cx="22851767" cy="422656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194557" y="6913889"/>
            <a:ext cx="22851770" cy="124184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9458929" y="19332363"/>
            <a:ext cx="2462875" cy="1168400"/>
          </a:xfrm>
          <a:prstGeom prst="rect">
            <a:avLst/>
          </a:prstGeom>
        </p:spPr>
        <p:txBody>
          <a:bodyPr vert="horz" lIns="91440" tIns="45720" rIns="91440" bIns="45720" rtlCol="0" anchor="ctr"/>
          <a:lstStyle>
            <a:lvl1pPr algn="r">
              <a:defRPr sz="2880">
                <a:solidFill>
                  <a:schemeClr val="tx1">
                    <a:tint val="75000"/>
                  </a:schemeClr>
                </a:solidFill>
              </a:defRPr>
            </a:lvl1pPr>
          </a:lstStyle>
          <a:p>
            <a:fld id="{1B885771-4D18-437D-8E07-61F4A1A60086}" type="datetimeFigureOut">
              <a:rPr lang="en-US" smtClean="0"/>
              <a:t>4/30/2026</a:t>
            </a:fld>
            <a:endParaRPr lang="en-US"/>
          </a:p>
        </p:txBody>
      </p:sp>
      <p:sp>
        <p:nvSpPr>
          <p:cNvPr id="5" name="Footer Placeholder 4"/>
          <p:cNvSpPr>
            <a:spLocks noGrp="1"/>
          </p:cNvSpPr>
          <p:nvPr>
            <p:ph type="ftr" sz="quarter" idx="3"/>
          </p:nvPr>
        </p:nvSpPr>
        <p:spPr>
          <a:xfrm>
            <a:off x="2194558" y="19332363"/>
            <a:ext cx="16642703" cy="1168400"/>
          </a:xfrm>
          <a:prstGeom prst="rect">
            <a:avLst/>
          </a:prstGeom>
        </p:spPr>
        <p:txBody>
          <a:bodyPr vert="horz" lIns="91440" tIns="45720" rIns="91440" bIns="45720" rtlCol="0" anchor="ctr"/>
          <a:lstStyle>
            <a:lvl1pPr algn="l">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00834" y="19332363"/>
            <a:ext cx="1845497" cy="1168400"/>
          </a:xfrm>
          <a:prstGeom prst="rect">
            <a:avLst/>
          </a:prstGeom>
        </p:spPr>
        <p:txBody>
          <a:bodyPr vert="horz" lIns="91440" tIns="45720" rIns="91440" bIns="45720" rtlCol="0" anchor="ctr"/>
          <a:lstStyle>
            <a:lvl1pPr algn="r">
              <a:defRPr sz="2880">
                <a:solidFill>
                  <a:schemeClr val="accent1"/>
                </a:solidFill>
              </a:defRPr>
            </a:lvl1pPr>
          </a:lstStyle>
          <a:p>
            <a:fld id="{FBA23BF9-09DB-46C0-A2E1-EEB5E6E21EEF}" type="slidenum">
              <a:rPr lang="en-US" smtClean="0"/>
              <a:t>‹#›</a:t>
            </a:fld>
            <a:endParaRPr lang="en-US"/>
          </a:p>
        </p:txBody>
      </p:sp>
    </p:spTree>
    <p:extLst>
      <p:ext uri="{BB962C8B-B14F-4D97-AF65-F5344CB8AC3E}">
        <p14:creationId xmlns:p14="http://schemas.microsoft.com/office/powerpoint/2010/main" val="103402384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1463040" rtl="0" eaLnBrk="1" latinLnBrk="0" hangingPunct="1">
        <a:spcBef>
          <a:spcPct val="0"/>
        </a:spcBef>
        <a:buNone/>
        <a:defRPr sz="115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097280" indent="-1097280" algn="l" defTabSz="1463040" rtl="0" eaLnBrk="1" latinLnBrk="0" hangingPunct="1">
        <a:spcBef>
          <a:spcPts val="32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1pPr>
      <a:lvl2pPr marL="2377440" indent="-914400" algn="l" defTabSz="1463040" rtl="0" eaLnBrk="1" latinLnBrk="0" hangingPunct="1">
        <a:spcBef>
          <a:spcPts val="3200"/>
        </a:spcBef>
        <a:spcAft>
          <a:spcPts val="0"/>
        </a:spcAft>
        <a:buClr>
          <a:schemeClr val="accent1"/>
        </a:buClr>
        <a:buSzPct val="80000"/>
        <a:buFont typeface="Wingdings 3" charset="2"/>
        <a:buChar char=""/>
        <a:defRPr sz="5120" kern="1200">
          <a:solidFill>
            <a:schemeClr val="tx1">
              <a:lumMod val="75000"/>
              <a:lumOff val="25000"/>
            </a:schemeClr>
          </a:solidFill>
          <a:latin typeface="+mn-lt"/>
          <a:ea typeface="+mn-ea"/>
          <a:cs typeface="+mn-cs"/>
        </a:defRPr>
      </a:lvl2pPr>
      <a:lvl3pPr marL="3657600" indent="-731520" algn="l" defTabSz="1463040" rtl="0" eaLnBrk="1" latinLnBrk="0" hangingPunct="1">
        <a:spcBef>
          <a:spcPts val="3200"/>
        </a:spcBef>
        <a:spcAft>
          <a:spcPts val="0"/>
        </a:spcAft>
        <a:buClr>
          <a:schemeClr val="accent1"/>
        </a:buClr>
        <a:buSzPct val="80000"/>
        <a:buFont typeface="Wingdings 3" charset="2"/>
        <a:buChar char=""/>
        <a:defRPr sz="4480" kern="1200">
          <a:solidFill>
            <a:schemeClr val="tx1">
              <a:lumMod val="75000"/>
              <a:lumOff val="25000"/>
            </a:schemeClr>
          </a:solidFill>
          <a:latin typeface="+mn-lt"/>
          <a:ea typeface="+mn-ea"/>
          <a:cs typeface="+mn-cs"/>
        </a:defRPr>
      </a:lvl3pPr>
      <a:lvl4pPr marL="512064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4pPr>
      <a:lvl5pPr marL="658368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5pPr>
      <a:lvl6pPr marL="804672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6pPr>
      <a:lvl7pPr marL="950976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7pPr>
      <a:lvl8pPr marL="1097280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8pPr>
      <a:lvl9pPr marL="12435840" indent="-731520" algn="l" defTabSz="1463040" rtl="0" eaLnBrk="1" latinLnBrk="0" hangingPunct="1">
        <a:spcBef>
          <a:spcPts val="3200"/>
        </a:spcBef>
        <a:spcAft>
          <a:spcPts val="0"/>
        </a:spcAft>
        <a:buClr>
          <a:schemeClr val="accent1"/>
        </a:buClr>
        <a:buSzPct val="80000"/>
        <a:buFont typeface="Wingdings 3" charset="2"/>
        <a:buChar char=""/>
        <a:defRPr sz="3840" kern="1200">
          <a:solidFill>
            <a:schemeClr val="tx1">
              <a:lumMod val="75000"/>
              <a:lumOff val="25000"/>
            </a:schemeClr>
          </a:solidFill>
          <a:latin typeface="+mn-lt"/>
          <a:ea typeface="+mn-ea"/>
          <a:cs typeface="+mn-cs"/>
        </a:defRPr>
      </a:lvl9pPr>
    </p:bodyStyle>
    <p:otherStyle>
      <a:defPPr>
        <a:defRPr lang="en-US"/>
      </a:defPPr>
      <a:lvl1pPr marL="0" algn="l" defTabSz="1463040" rtl="0" eaLnBrk="1" latinLnBrk="0" hangingPunct="1">
        <a:defRPr sz="5760" kern="1200">
          <a:solidFill>
            <a:schemeClr val="tx1"/>
          </a:solidFill>
          <a:latin typeface="+mn-lt"/>
          <a:ea typeface="+mn-ea"/>
          <a:cs typeface="+mn-cs"/>
        </a:defRPr>
      </a:lvl1pPr>
      <a:lvl2pPr marL="1463040" algn="l" defTabSz="1463040" rtl="0" eaLnBrk="1" latinLnBrk="0" hangingPunct="1">
        <a:defRPr sz="5760" kern="1200">
          <a:solidFill>
            <a:schemeClr val="tx1"/>
          </a:solidFill>
          <a:latin typeface="+mn-lt"/>
          <a:ea typeface="+mn-ea"/>
          <a:cs typeface="+mn-cs"/>
        </a:defRPr>
      </a:lvl2pPr>
      <a:lvl3pPr marL="2926080" algn="l" defTabSz="1463040" rtl="0" eaLnBrk="1" latinLnBrk="0" hangingPunct="1">
        <a:defRPr sz="5760" kern="1200">
          <a:solidFill>
            <a:schemeClr val="tx1"/>
          </a:solidFill>
          <a:latin typeface="+mn-lt"/>
          <a:ea typeface="+mn-ea"/>
          <a:cs typeface="+mn-cs"/>
        </a:defRPr>
      </a:lvl3pPr>
      <a:lvl4pPr marL="4389120" algn="l" defTabSz="1463040" rtl="0" eaLnBrk="1" latinLnBrk="0" hangingPunct="1">
        <a:defRPr sz="5760" kern="1200">
          <a:solidFill>
            <a:schemeClr val="tx1"/>
          </a:solidFill>
          <a:latin typeface="+mn-lt"/>
          <a:ea typeface="+mn-ea"/>
          <a:cs typeface="+mn-cs"/>
        </a:defRPr>
      </a:lvl4pPr>
      <a:lvl5pPr marL="5852160" algn="l" defTabSz="1463040" rtl="0" eaLnBrk="1" latinLnBrk="0" hangingPunct="1">
        <a:defRPr sz="5760" kern="1200">
          <a:solidFill>
            <a:schemeClr val="tx1"/>
          </a:solidFill>
          <a:latin typeface="+mn-lt"/>
          <a:ea typeface="+mn-ea"/>
          <a:cs typeface="+mn-cs"/>
        </a:defRPr>
      </a:lvl5pPr>
      <a:lvl6pPr marL="7315200" algn="l" defTabSz="1463040" rtl="0" eaLnBrk="1" latinLnBrk="0" hangingPunct="1">
        <a:defRPr sz="5760" kern="1200">
          <a:solidFill>
            <a:schemeClr val="tx1"/>
          </a:solidFill>
          <a:latin typeface="+mn-lt"/>
          <a:ea typeface="+mn-ea"/>
          <a:cs typeface="+mn-cs"/>
        </a:defRPr>
      </a:lvl6pPr>
      <a:lvl7pPr marL="8778240" algn="l" defTabSz="1463040" rtl="0" eaLnBrk="1" latinLnBrk="0" hangingPunct="1">
        <a:defRPr sz="5760" kern="1200">
          <a:solidFill>
            <a:schemeClr val="tx1"/>
          </a:solidFill>
          <a:latin typeface="+mn-lt"/>
          <a:ea typeface="+mn-ea"/>
          <a:cs typeface="+mn-cs"/>
        </a:defRPr>
      </a:lvl7pPr>
      <a:lvl8pPr marL="10241280" algn="l" defTabSz="1463040" rtl="0" eaLnBrk="1" latinLnBrk="0" hangingPunct="1">
        <a:defRPr sz="5760" kern="1200">
          <a:solidFill>
            <a:schemeClr val="tx1"/>
          </a:solidFill>
          <a:latin typeface="+mn-lt"/>
          <a:ea typeface="+mn-ea"/>
          <a:cs typeface="+mn-cs"/>
        </a:defRPr>
      </a:lvl8pPr>
      <a:lvl9pPr marL="11704320" algn="l" defTabSz="146304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hyperlink" Target="mailto:arcila.ad23@gmail.com" TargetMode="External"/><Relationship Id="rId7" Type="http://schemas.openxmlformats.org/officeDocument/2006/relationships/image" Target="../media/image2.jpeg"/><Relationship Id="rId12"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jpeg"/><Relationship Id="rId11" Type="http://schemas.openxmlformats.org/officeDocument/2006/relationships/image" Target="../media/image6.png"/><Relationship Id="rId5" Type="http://schemas.openxmlformats.org/officeDocument/2006/relationships/hyperlink" Target="mailto:xdammond@gmail.com" TargetMode="External"/><Relationship Id="rId10" Type="http://schemas.openxmlformats.org/officeDocument/2006/relationships/image" Target="../media/image5.jpeg"/><Relationship Id="rId4" Type="http://schemas.openxmlformats.org/officeDocument/2006/relationships/hyperlink" Target="mailto:johngarcia8018@gmail.com" TargetMode="External"/><Relationship Id="rId9"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1C64-7295-F884-3637-EEF20971F5C9}"/>
              </a:ext>
            </a:extLst>
          </p:cNvPr>
          <p:cNvSpPr>
            <a:spLocks noGrp="1"/>
          </p:cNvSpPr>
          <p:nvPr>
            <p:ph type="ctrTitle"/>
          </p:nvPr>
        </p:nvSpPr>
        <p:spPr>
          <a:xfrm>
            <a:off x="9441732" y="27693"/>
            <a:ext cx="14846583" cy="1401787"/>
          </a:xfrm>
        </p:spPr>
        <p:txBody>
          <a:bodyPr>
            <a:normAutofit/>
          </a:bodyPr>
          <a:lstStyle/>
          <a:p>
            <a:pPr algn="ctr"/>
            <a:r>
              <a:rPr lang="en-US" sz="8000">
                <a:solidFill>
                  <a:schemeClr val="tx1"/>
                </a:solidFill>
              </a:rPr>
              <a:t>Hand Echo</a:t>
            </a:r>
            <a:endParaRPr lang="en-US"/>
          </a:p>
        </p:txBody>
      </p:sp>
      <p:sp>
        <p:nvSpPr>
          <p:cNvPr id="7" name="Subtitle 6">
            <a:extLst>
              <a:ext uri="{FF2B5EF4-FFF2-40B4-BE49-F238E27FC236}">
                <a16:creationId xmlns:a16="http://schemas.microsoft.com/office/drawing/2014/main" id="{F3E568B7-630C-41F0-4750-299ED26DE9B4}"/>
              </a:ext>
            </a:extLst>
          </p:cNvPr>
          <p:cNvSpPr>
            <a:spLocks noGrp="1"/>
          </p:cNvSpPr>
          <p:nvPr>
            <p:ph type="subTitle" idx="1"/>
          </p:nvPr>
        </p:nvSpPr>
        <p:spPr>
          <a:xfrm>
            <a:off x="613864" y="2999903"/>
            <a:ext cx="7264081" cy="707885"/>
          </a:xfrm>
        </p:spPr>
        <p:txBody>
          <a:bodyPr>
            <a:normAutofit/>
          </a:bodyPr>
          <a:lstStyle/>
          <a:p>
            <a:pPr algn="ctr"/>
            <a:r>
              <a:rPr lang="en-US" sz="4000">
                <a:solidFill>
                  <a:schemeClr val="tx1"/>
                </a:solidFill>
              </a:rPr>
              <a:t>Intro</a:t>
            </a:r>
          </a:p>
        </p:txBody>
      </p:sp>
      <p:sp>
        <p:nvSpPr>
          <p:cNvPr id="5" name="TextBox 4">
            <a:extLst>
              <a:ext uri="{FF2B5EF4-FFF2-40B4-BE49-F238E27FC236}">
                <a16:creationId xmlns:a16="http://schemas.microsoft.com/office/drawing/2014/main" id="{293AA384-3B31-8202-CCD9-A8B4129986C8}"/>
              </a:ext>
            </a:extLst>
          </p:cNvPr>
          <p:cNvSpPr txBox="1"/>
          <p:nvPr/>
        </p:nvSpPr>
        <p:spPr>
          <a:xfrm>
            <a:off x="2420146" y="8544758"/>
            <a:ext cx="3868592" cy="707886"/>
          </a:xfrm>
          <a:prstGeom prst="rect">
            <a:avLst/>
          </a:prstGeom>
          <a:noFill/>
        </p:spPr>
        <p:txBody>
          <a:bodyPr wrap="square" rtlCol="0">
            <a:spAutoFit/>
          </a:bodyPr>
          <a:lstStyle/>
          <a:p>
            <a:pPr algn="ctr"/>
            <a:r>
              <a:rPr lang="en-US" sz="4000"/>
              <a:t>Design</a:t>
            </a:r>
          </a:p>
        </p:txBody>
      </p:sp>
      <p:sp>
        <p:nvSpPr>
          <p:cNvPr id="8" name="TextBox 7">
            <a:extLst>
              <a:ext uri="{FF2B5EF4-FFF2-40B4-BE49-F238E27FC236}">
                <a16:creationId xmlns:a16="http://schemas.microsoft.com/office/drawing/2014/main" id="{AF8891FC-2DD5-4C66-8B3E-BFBFDD8D92A3}"/>
              </a:ext>
            </a:extLst>
          </p:cNvPr>
          <p:cNvSpPr txBox="1"/>
          <p:nvPr/>
        </p:nvSpPr>
        <p:spPr>
          <a:xfrm>
            <a:off x="8080084" y="2019803"/>
            <a:ext cx="5264005" cy="707886"/>
          </a:xfrm>
          <a:prstGeom prst="rect">
            <a:avLst/>
          </a:prstGeom>
          <a:noFill/>
        </p:spPr>
        <p:txBody>
          <a:bodyPr wrap="none" rtlCol="0">
            <a:spAutoFit/>
          </a:bodyPr>
          <a:lstStyle/>
          <a:p>
            <a:r>
              <a:rPr lang="en-US" sz="4000"/>
              <a:t>Materials and methods</a:t>
            </a:r>
          </a:p>
        </p:txBody>
      </p:sp>
      <p:sp>
        <p:nvSpPr>
          <p:cNvPr id="9" name="TextBox 8">
            <a:extLst>
              <a:ext uri="{FF2B5EF4-FFF2-40B4-BE49-F238E27FC236}">
                <a16:creationId xmlns:a16="http://schemas.microsoft.com/office/drawing/2014/main" id="{AF06B25B-437F-DF87-4DDA-4866B9CBC9CF}"/>
              </a:ext>
            </a:extLst>
          </p:cNvPr>
          <p:cNvSpPr txBox="1"/>
          <p:nvPr/>
        </p:nvSpPr>
        <p:spPr>
          <a:xfrm>
            <a:off x="18437254" y="2013583"/>
            <a:ext cx="1846596" cy="707886"/>
          </a:xfrm>
          <a:prstGeom prst="rect">
            <a:avLst/>
          </a:prstGeom>
          <a:noFill/>
        </p:spPr>
        <p:txBody>
          <a:bodyPr wrap="none" rtlCol="0">
            <a:spAutoFit/>
          </a:bodyPr>
          <a:lstStyle/>
          <a:p>
            <a:r>
              <a:rPr lang="en-US" sz="4000"/>
              <a:t>Results</a:t>
            </a:r>
          </a:p>
        </p:txBody>
      </p:sp>
      <p:sp>
        <p:nvSpPr>
          <p:cNvPr id="10" name="TextBox 9">
            <a:extLst>
              <a:ext uri="{FF2B5EF4-FFF2-40B4-BE49-F238E27FC236}">
                <a16:creationId xmlns:a16="http://schemas.microsoft.com/office/drawing/2014/main" id="{F0CD5D05-21C6-4310-DEFC-F4B56F9BCFE0}"/>
              </a:ext>
            </a:extLst>
          </p:cNvPr>
          <p:cNvSpPr txBox="1"/>
          <p:nvPr/>
        </p:nvSpPr>
        <p:spPr>
          <a:xfrm>
            <a:off x="26996760" y="4796412"/>
            <a:ext cx="2731838" cy="707886"/>
          </a:xfrm>
          <a:prstGeom prst="rect">
            <a:avLst/>
          </a:prstGeom>
          <a:noFill/>
        </p:spPr>
        <p:txBody>
          <a:bodyPr wrap="none" rtlCol="0">
            <a:spAutoFit/>
          </a:bodyPr>
          <a:lstStyle/>
          <a:p>
            <a:r>
              <a:rPr lang="en-US" sz="4000"/>
              <a:t>Conclusion</a:t>
            </a:r>
          </a:p>
        </p:txBody>
      </p:sp>
      <p:sp>
        <p:nvSpPr>
          <p:cNvPr id="11" name="TextBox 10">
            <a:extLst>
              <a:ext uri="{FF2B5EF4-FFF2-40B4-BE49-F238E27FC236}">
                <a16:creationId xmlns:a16="http://schemas.microsoft.com/office/drawing/2014/main" id="{FA2D8ED8-0F0F-9134-18F5-C2CCE5973973}"/>
              </a:ext>
            </a:extLst>
          </p:cNvPr>
          <p:cNvSpPr txBox="1"/>
          <p:nvPr/>
        </p:nvSpPr>
        <p:spPr>
          <a:xfrm>
            <a:off x="26556525" y="13444305"/>
            <a:ext cx="3610604" cy="707886"/>
          </a:xfrm>
          <a:prstGeom prst="rect">
            <a:avLst/>
          </a:prstGeom>
          <a:noFill/>
        </p:spPr>
        <p:txBody>
          <a:bodyPr wrap="none" rtlCol="0">
            <a:spAutoFit/>
          </a:bodyPr>
          <a:lstStyle/>
          <a:p>
            <a:r>
              <a:rPr lang="en-US" sz="4000"/>
              <a:t>Literature Cited</a:t>
            </a:r>
          </a:p>
        </p:txBody>
      </p:sp>
      <p:sp>
        <p:nvSpPr>
          <p:cNvPr id="12" name="TextBox 11">
            <a:extLst>
              <a:ext uri="{FF2B5EF4-FFF2-40B4-BE49-F238E27FC236}">
                <a16:creationId xmlns:a16="http://schemas.microsoft.com/office/drawing/2014/main" id="{78128AEE-F9D2-19E2-6730-598D1D507069}"/>
              </a:ext>
            </a:extLst>
          </p:cNvPr>
          <p:cNvSpPr txBox="1"/>
          <p:nvPr/>
        </p:nvSpPr>
        <p:spPr>
          <a:xfrm>
            <a:off x="26097838" y="15904978"/>
            <a:ext cx="4546886" cy="707886"/>
          </a:xfrm>
          <a:prstGeom prst="rect">
            <a:avLst/>
          </a:prstGeom>
          <a:noFill/>
        </p:spPr>
        <p:txBody>
          <a:bodyPr wrap="none" rtlCol="0">
            <a:spAutoFit/>
          </a:bodyPr>
          <a:lstStyle/>
          <a:p>
            <a:r>
              <a:rPr lang="en-US" sz="4000"/>
              <a:t>Acknowledgements</a:t>
            </a:r>
          </a:p>
        </p:txBody>
      </p:sp>
      <p:sp>
        <p:nvSpPr>
          <p:cNvPr id="13" name="TextBox 12">
            <a:extLst>
              <a:ext uri="{FF2B5EF4-FFF2-40B4-BE49-F238E27FC236}">
                <a16:creationId xmlns:a16="http://schemas.microsoft.com/office/drawing/2014/main" id="{3EC85A0F-95BB-1C94-18C2-D3F1A8DBB734}"/>
              </a:ext>
            </a:extLst>
          </p:cNvPr>
          <p:cNvSpPr txBox="1"/>
          <p:nvPr/>
        </p:nvSpPr>
        <p:spPr>
          <a:xfrm>
            <a:off x="2682018" y="538886"/>
            <a:ext cx="6502229" cy="369332"/>
          </a:xfrm>
          <a:prstGeom prst="rect">
            <a:avLst/>
          </a:prstGeom>
          <a:noFill/>
        </p:spPr>
        <p:txBody>
          <a:bodyPr wrap="none" lIns="91440" tIns="45720" rIns="91440" bIns="45720" rtlCol="0" anchor="t">
            <a:spAutoFit/>
          </a:bodyPr>
          <a:lstStyle/>
          <a:p>
            <a:r>
              <a:rPr lang="en-US"/>
              <a:t>Student Names: Andres Arcila, John Garcia, Xavier </a:t>
            </a:r>
            <a:r>
              <a:rPr lang="en-US" err="1"/>
              <a:t>Dammond</a:t>
            </a:r>
          </a:p>
        </p:txBody>
      </p:sp>
      <p:sp>
        <p:nvSpPr>
          <p:cNvPr id="14" name="TextBox 13">
            <a:extLst>
              <a:ext uri="{FF2B5EF4-FFF2-40B4-BE49-F238E27FC236}">
                <a16:creationId xmlns:a16="http://schemas.microsoft.com/office/drawing/2014/main" id="{056913F8-DE0C-92D5-B617-3B9D5656D819}"/>
              </a:ext>
            </a:extLst>
          </p:cNvPr>
          <p:cNvSpPr txBox="1"/>
          <p:nvPr/>
        </p:nvSpPr>
        <p:spPr>
          <a:xfrm>
            <a:off x="2682018" y="1007572"/>
            <a:ext cx="8985152" cy="369332"/>
          </a:xfrm>
          <a:prstGeom prst="rect">
            <a:avLst/>
          </a:prstGeom>
          <a:noFill/>
        </p:spPr>
        <p:txBody>
          <a:bodyPr wrap="none" lIns="91440" tIns="45720" rIns="91440" bIns="45720" rtlCol="0" anchor="t">
            <a:spAutoFit/>
          </a:bodyPr>
          <a:lstStyle/>
          <a:p>
            <a:r>
              <a:rPr lang="en-US"/>
              <a:t>Email: </a:t>
            </a:r>
            <a:r>
              <a:rPr lang="en-US">
                <a:hlinkClick r:id="rId3"/>
              </a:rPr>
              <a:t>arcila.ad23@gmail.com</a:t>
            </a:r>
            <a:r>
              <a:rPr lang="en-US"/>
              <a:t> , </a:t>
            </a:r>
            <a:r>
              <a:rPr lang="en-US">
                <a:hlinkClick r:id="rId4"/>
              </a:rPr>
              <a:t>johngarcia8018@gmail.com</a:t>
            </a:r>
            <a:r>
              <a:rPr lang="en-US"/>
              <a:t> , </a:t>
            </a:r>
            <a:r>
              <a:rPr lang="en-US">
                <a:hlinkClick r:id="rId5"/>
              </a:rPr>
              <a:t>xdammond@gmail.com</a:t>
            </a:r>
            <a:r>
              <a:rPr lang="en-US"/>
              <a:t> </a:t>
            </a:r>
          </a:p>
        </p:txBody>
      </p:sp>
      <p:sp>
        <p:nvSpPr>
          <p:cNvPr id="15" name="TextBox 14">
            <a:extLst>
              <a:ext uri="{FF2B5EF4-FFF2-40B4-BE49-F238E27FC236}">
                <a16:creationId xmlns:a16="http://schemas.microsoft.com/office/drawing/2014/main" id="{0E29098F-D1BC-B52C-0431-934A72D88F2A}"/>
              </a:ext>
            </a:extLst>
          </p:cNvPr>
          <p:cNvSpPr txBox="1"/>
          <p:nvPr/>
        </p:nvSpPr>
        <p:spPr>
          <a:xfrm>
            <a:off x="29703957" y="724929"/>
            <a:ext cx="2048831" cy="369332"/>
          </a:xfrm>
          <a:prstGeom prst="rect">
            <a:avLst/>
          </a:prstGeom>
          <a:noFill/>
        </p:spPr>
        <p:txBody>
          <a:bodyPr wrap="none" rtlCol="0">
            <a:spAutoFit/>
          </a:bodyPr>
          <a:lstStyle/>
          <a:p>
            <a:r>
              <a:rPr lang="en-US"/>
              <a:t>Advised by: Ke Bao</a:t>
            </a:r>
          </a:p>
        </p:txBody>
      </p:sp>
      <p:sp>
        <p:nvSpPr>
          <p:cNvPr id="16" name="TextBox 15">
            <a:extLst>
              <a:ext uri="{FF2B5EF4-FFF2-40B4-BE49-F238E27FC236}">
                <a16:creationId xmlns:a16="http://schemas.microsoft.com/office/drawing/2014/main" id="{E6467BD9-3314-0A31-FD96-E952F2F04F77}"/>
              </a:ext>
            </a:extLst>
          </p:cNvPr>
          <p:cNvSpPr txBox="1"/>
          <p:nvPr/>
        </p:nvSpPr>
        <p:spPr>
          <a:xfrm>
            <a:off x="29714311" y="1078024"/>
            <a:ext cx="3094117" cy="369332"/>
          </a:xfrm>
          <a:prstGeom prst="rect">
            <a:avLst/>
          </a:prstGeom>
          <a:noFill/>
        </p:spPr>
        <p:txBody>
          <a:bodyPr wrap="none" rtlCol="0">
            <a:spAutoFit/>
          </a:bodyPr>
          <a:lstStyle/>
          <a:p>
            <a:r>
              <a:rPr lang="en-US"/>
              <a:t>Email: kbao@msudenver.edu</a:t>
            </a:r>
          </a:p>
        </p:txBody>
      </p:sp>
      <p:pic>
        <p:nvPicPr>
          <p:cNvPr id="1026" name="Picture 2">
            <a:extLst>
              <a:ext uri="{FF2B5EF4-FFF2-40B4-BE49-F238E27FC236}">
                <a16:creationId xmlns:a16="http://schemas.microsoft.com/office/drawing/2014/main" id="{FCDDE9BE-69B9-61C2-87FB-787E890122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71" y="35226"/>
            <a:ext cx="2650442" cy="2724952"/>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91F4A8E6-5047-EB7E-6FDA-E608EBAC2A98}"/>
              </a:ext>
            </a:extLst>
          </p:cNvPr>
          <p:cNvSpPr txBox="1"/>
          <p:nvPr/>
        </p:nvSpPr>
        <p:spPr>
          <a:xfrm>
            <a:off x="7877945" y="2927835"/>
            <a:ext cx="6557629" cy="10279737"/>
          </a:xfrm>
          <a:prstGeom prst="rect">
            <a:avLst/>
          </a:prstGeom>
          <a:noFill/>
        </p:spPr>
        <p:txBody>
          <a:bodyPr wrap="square" lIns="91440" tIns="45720" rIns="91440" bIns="45720" rtlCol="0" anchor="t">
            <a:spAutoFit/>
          </a:bodyPr>
          <a:lstStyle/>
          <a:p>
            <a:r>
              <a:rPr lang="en-US" sz="2000" b="1">
                <a:ea typeface="+mn-lt"/>
                <a:cs typeface="+mn-lt"/>
              </a:rPr>
              <a:t>Arduino Nano:</a:t>
            </a:r>
            <a:r>
              <a:rPr lang="en-US" sz="2000">
                <a:ea typeface="+mn-lt"/>
                <a:cs typeface="+mn-lt"/>
              </a:rPr>
              <a:t> Microcontroller used on the transmitter (glove) side to read multiplexed flex sensor data and drive the RF transmitter.</a:t>
            </a:r>
            <a:endParaRPr lang="en-US" sz="2000"/>
          </a:p>
          <a:p>
            <a:r>
              <a:rPr lang="en-US" sz="2000" b="1">
                <a:ea typeface="+mn-lt"/>
                <a:cs typeface="+mn-lt"/>
              </a:rPr>
              <a:t>Arduino Uno:</a:t>
            </a:r>
            <a:r>
              <a:rPr lang="en-US" sz="2000">
                <a:ea typeface="+mn-lt"/>
                <a:cs typeface="+mn-lt"/>
              </a:rPr>
              <a:t> Microcontroller used on the receiver (hand) side to decode the incoming RF signal and generate servo commands.</a:t>
            </a:r>
            <a:endParaRPr lang="en-US" sz="2000"/>
          </a:p>
          <a:p>
            <a:r>
              <a:rPr lang="en-US" sz="2000" b="1" dirty="0">
                <a:ea typeface="+mn-lt"/>
                <a:cs typeface="+mn-lt"/>
              </a:rPr>
              <a:t>Flex Sensors (10 </a:t>
            </a:r>
            <a:r>
              <a:rPr lang="en-US" sz="2000" b="1" dirty="0" err="1">
                <a:ea typeface="+mn-lt"/>
                <a:cs typeface="+mn-lt"/>
              </a:rPr>
              <a:t>kΩ</a:t>
            </a:r>
            <a:r>
              <a:rPr lang="en-US" sz="2000" b="1" dirty="0">
                <a:ea typeface="+mn-lt"/>
                <a:cs typeface="+mn-lt"/>
              </a:rPr>
              <a:t>):</a:t>
            </a:r>
            <a:r>
              <a:rPr lang="en-US" sz="2000" dirty="0">
                <a:ea typeface="+mn-lt"/>
                <a:cs typeface="+mn-lt"/>
              </a:rPr>
              <a:t> Five resistive bend sensors, one per finger, used to measure finger articulation via voltage-divider circuits.</a:t>
            </a:r>
            <a:endParaRPr lang="en-US" sz="2000" dirty="0"/>
          </a:p>
          <a:p>
            <a:r>
              <a:rPr lang="en-US" sz="2000" b="1">
                <a:ea typeface="+mn-lt"/>
                <a:cs typeface="+mn-lt"/>
              </a:rPr>
              <a:t>74HC4051 8-Channel Multiplexer:</a:t>
            </a:r>
            <a:r>
              <a:rPr lang="en-US" sz="2000">
                <a:ea typeface="+mn-lt"/>
                <a:cs typeface="+mn-lt"/>
              </a:rPr>
              <a:t> Used to sequentially route all five flex sensor outputs into a single ADC input on the Arduino Nano.</a:t>
            </a:r>
            <a:endParaRPr lang="en-US" sz="2000"/>
          </a:p>
          <a:p>
            <a:r>
              <a:rPr lang="en-US" sz="2000" b="1">
                <a:ea typeface="+mn-lt"/>
                <a:cs typeface="+mn-lt"/>
              </a:rPr>
              <a:t>SAW Resonator (433.92 MHz):</a:t>
            </a:r>
            <a:r>
              <a:rPr lang="en-US" sz="2000">
                <a:ea typeface="+mn-lt"/>
                <a:cs typeface="+mn-lt"/>
              </a:rPr>
              <a:t> Surface acoustic wave resonator used as the frequency-reference element for the custom Colpitts oscillator transmitter.</a:t>
            </a:r>
            <a:endParaRPr lang="en-US" sz="2000"/>
          </a:p>
          <a:p>
            <a:r>
              <a:rPr lang="en-US" sz="2000" b="1" dirty="0">
                <a:ea typeface="+mn-lt"/>
                <a:cs typeface="+mn-lt"/>
              </a:rPr>
              <a:t>Colpitts Oscillator Transmitter Circuit:</a:t>
            </a:r>
            <a:r>
              <a:rPr lang="en-US" sz="2000" dirty="0">
                <a:ea typeface="+mn-lt"/>
                <a:cs typeface="+mn-lt"/>
              </a:rPr>
              <a:t> Custom-built RF transmitter using ASK (Amplitude Shift Keying) modulation at 433.92 </a:t>
            </a:r>
            <a:r>
              <a:rPr lang="en-US" sz="2000" dirty="0" err="1">
                <a:ea typeface="+mn-lt"/>
                <a:cs typeface="+mn-lt"/>
              </a:rPr>
              <a:t>MHz.</a:t>
            </a:r>
            <a:endParaRPr lang="en-US" sz="2000" dirty="0"/>
          </a:p>
          <a:p>
            <a:r>
              <a:rPr lang="en-US" sz="2000" b="1">
                <a:ea typeface="+mn-lt"/>
                <a:cs typeface="+mn-lt"/>
              </a:rPr>
              <a:t>RF Receiver Module:</a:t>
            </a:r>
            <a:r>
              <a:rPr lang="en-US" sz="2000">
                <a:ea typeface="+mn-lt"/>
                <a:cs typeface="+mn-lt"/>
              </a:rPr>
              <a:t> Paired 433.92 MHz receiver used to demodulate the ASK signal and forward serial data to the Arduino Uno.</a:t>
            </a:r>
            <a:endParaRPr lang="en-US" sz="2000"/>
          </a:p>
          <a:p>
            <a:r>
              <a:rPr lang="en-US" sz="2000" b="1">
                <a:ea typeface="+mn-lt"/>
                <a:cs typeface="+mn-lt"/>
              </a:rPr>
              <a:t>PCA9685 16-Channel PWM Driver:</a:t>
            </a:r>
            <a:r>
              <a:rPr lang="en-US" sz="2000">
                <a:ea typeface="+mn-lt"/>
                <a:cs typeface="+mn-lt"/>
              </a:rPr>
              <a:t> I²C-controlled PWM controller used to generate precise servo signals for all five fingers from the Arduino Uno (SDA on pin 6, SCL on pin 7).</a:t>
            </a:r>
            <a:endParaRPr lang="en-US" sz="2000"/>
          </a:p>
          <a:p>
            <a:r>
              <a:rPr lang="en-US" sz="2000" b="1">
                <a:ea typeface="+mn-lt"/>
                <a:cs typeface="+mn-lt"/>
              </a:rPr>
              <a:t>5V Power Supply:</a:t>
            </a:r>
            <a:r>
              <a:rPr lang="en-US" sz="2000">
                <a:ea typeface="+mn-lt"/>
                <a:cs typeface="+mn-lt"/>
              </a:rPr>
              <a:t> Powers the glove-side voltage dividers, multiplexer, and Arduino Nano.</a:t>
            </a:r>
            <a:endParaRPr lang="en-US" sz="2000"/>
          </a:p>
          <a:p>
            <a:r>
              <a:rPr lang="en-US" sz="2000" b="1">
                <a:ea typeface="+mn-lt"/>
                <a:cs typeface="+mn-lt"/>
              </a:rPr>
              <a:t>3.7 V Li-Po Battery + 5 V Boost Converter:</a:t>
            </a:r>
            <a:r>
              <a:rPr lang="en-US" sz="2000" dirty="0">
                <a:ea typeface="+mn-lt"/>
                <a:cs typeface="+mn-lt"/>
              </a:rPr>
              <a:t> </a:t>
            </a:r>
            <a:r>
              <a:rPr lang="en-US" sz="2000">
                <a:ea typeface="+mn-lt"/>
                <a:cs typeface="+mn-lt"/>
              </a:rPr>
              <a:t>Portable power supply for the wireless glove assembly.</a:t>
            </a:r>
          </a:p>
          <a:p>
            <a:r>
              <a:rPr lang="en-US" sz="2000" b="1">
                <a:ea typeface="+mn-lt"/>
                <a:cs typeface="+mn-lt"/>
              </a:rPr>
              <a:t>Robotic Hand with 5 Servo Motors:</a:t>
            </a:r>
            <a:r>
              <a:rPr lang="en-US" sz="2000">
                <a:ea typeface="+mn-lt"/>
                <a:cs typeface="+mn-lt"/>
              </a:rPr>
              <a:t> Mechanical end-effector actuated by the PCA9685 to mirror the operator's finger movements.</a:t>
            </a:r>
            <a:endParaRPr lang="en-US" sz="2000"/>
          </a:p>
          <a:p>
            <a:endParaRPr lang="en-US" sz="2200"/>
          </a:p>
        </p:txBody>
      </p:sp>
      <p:sp>
        <p:nvSpPr>
          <p:cNvPr id="27" name="TextBox 26">
            <a:extLst>
              <a:ext uri="{FF2B5EF4-FFF2-40B4-BE49-F238E27FC236}">
                <a16:creationId xmlns:a16="http://schemas.microsoft.com/office/drawing/2014/main" id="{5111D073-0374-B4EE-A0A8-FCCBA8064C2D}"/>
              </a:ext>
            </a:extLst>
          </p:cNvPr>
          <p:cNvSpPr txBox="1"/>
          <p:nvPr/>
        </p:nvSpPr>
        <p:spPr>
          <a:xfrm>
            <a:off x="17323788" y="8963000"/>
            <a:ext cx="4148187" cy="369332"/>
          </a:xfrm>
          <a:prstGeom prst="rect">
            <a:avLst/>
          </a:prstGeom>
          <a:noFill/>
        </p:spPr>
        <p:txBody>
          <a:bodyPr wrap="none" lIns="91440" tIns="45720" rIns="91440" bIns="45720" rtlCol="0" anchor="t">
            <a:spAutoFit/>
          </a:bodyPr>
          <a:lstStyle/>
          <a:p>
            <a:r>
              <a:rPr lang="en-US" u="sng"/>
              <a:t>Colpitts Oscillator Transmitter Circuit:</a:t>
            </a:r>
          </a:p>
        </p:txBody>
      </p:sp>
      <p:sp>
        <p:nvSpPr>
          <p:cNvPr id="29" name="TextBox 28">
            <a:extLst>
              <a:ext uri="{FF2B5EF4-FFF2-40B4-BE49-F238E27FC236}">
                <a16:creationId xmlns:a16="http://schemas.microsoft.com/office/drawing/2014/main" id="{75C6AA63-B627-699F-6F16-92101010118F}"/>
              </a:ext>
            </a:extLst>
          </p:cNvPr>
          <p:cNvSpPr txBox="1"/>
          <p:nvPr/>
        </p:nvSpPr>
        <p:spPr>
          <a:xfrm>
            <a:off x="1499285" y="3866137"/>
            <a:ext cx="5493238" cy="4493538"/>
          </a:xfrm>
          <a:prstGeom prst="rect">
            <a:avLst/>
          </a:prstGeom>
          <a:noFill/>
        </p:spPr>
        <p:txBody>
          <a:bodyPr wrap="square" lIns="91440" tIns="45720" rIns="91440" bIns="45720" rtlCol="0" anchor="t">
            <a:spAutoFit/>
          </a:bodyPr>
          <a:lstStyle/>
          <a:p>
            <a:r>
              <a:rPr lang="en-US" sz="2200"/>
              <a:t>Hand Echo is a wireless tele-operation system designed for real-time replication of human hand movements in environments where direct manual interaction is unsafe or impossible. The system integrates a flex-sensor-equipped glove, a custom 433.92 MHz ASK-modulated RF link, and a servo-driven robotic hand to translate finger articulation into precise mechanical motion, enabling safe operation in hazardous settings and supporting prosthetic research and development</a:t>
            </a:r>
            <a:endParaRPr lang="en-US"/>
          </a:p>
        </p:txBody>
      </p:sp>
      <p:sp>
        <p:nvSpPr>
          <p:cNvPr id="30" name="TextBox 29">
            <a:extLst>
              <a:ext uri="{FF2B5EF4-FFF2-40B4-BE49-F238E27FC236}">
                <a16:creationId xmlns:a16="http://schemas.microsoft.com/office/drawing/2014/main" id="{B05E754D-2836-AF01-F67C-AB670115CCE4}"/>
              </a:ext>
            </a:extLst>
          </p:cNvPr>
          <p:cNvSpPr txBox="1"/>
          <p:nvPr/>
        </p:nvSpPr>
        <p:spPr>
          <a:xfrm>
            <a:off x="1607823" y="9461540"/>
            <a:ext cx="5493238" cy="10248960"/>
          </a:xfrm>
          <a:prstGeom prst="rect">
            <a:avLst/>
          </a:prstGeom>
          <a:noFill/>
        </p:spPr>
        <p:txBody>
          <a:bodyPr wrap="square" lIns="91440" tIns="45720" rIns="91440" bIns="45720" rtlCol="0" anchor="t">
            <a:spAutoFit/>
          </a:bodyPr>
          <a:lstStyle/>
          <a:p>
            <a:r>
              <a:rPr lang="en-US" sz="2200"/>
              <a:t>Hand Echo is a wireless teleoperation platform engineered to replicate human hand motion on a remote robotic end-effector in real time. Its architecture centers on a two-microcontroller topology — an Arduino Nano on the transmitter side and a Arduino Uno on the receiver side — linked by a 433.92 MHz ASK-modulated RF channel built around a SAW resonator and a custom Colpitts oscillator. Hand Echo integrates five flex sensors arranged in voltage-divider networks and consolidated through a 74HC4051 8-channel multiplexer, producing high-resolution finger-articulation data that is encoded, transmitted over custom-built antennas, and decoded at the receiver. A PCA9685 16-channel PWM driver communicates with the Uno over I²C to drive five servo motors actuating the robotic hand, while onboard firmware maps sensor input to servo position to maintain responsive, low-latency mirroring with minimal operator calibration. Designed for wireless range, modular sensor-to-servo mapping, and reconfigurable control logic, Hand Echo provides a robust foundation for hazardous-environment manipulation and prosthetic research applications.</a:t>
            </a:r>
            <a:endParaRPr lang="en-US"/>
          </a:p>
        </p:txBody>
      </p:sp>
      <p:sp>
        <p:nvSpPr>
          <p:cNvPr id="31" name="TextBox 30">
            <a:extLst>
              <a:ext uri="{FF2B5EF4-FFF2-40B4-BE49-F238E27FC236}">
                <a16:creationId xmlns:a16="http://schemas.microsoft.com/office/drawing/2014/main" id="{B44B4F6F-86CD-1720-75CF-8655F544A959}"/>
              </a:ext>
            </a:extLst>
          </p:cNvPr>
          <p:cNvSpPr txBox="1"/>
          <p:nvPr/>
        </p:nvSpPr>
        <p:spPr>
          <a:xfrm>
            <a:off x="24517673" y="6032683"/>
            <a:ext cx="7661654" cy="6863417"/>
          </a:xfrm>
          <a:prstGeom prst="rect">
            <a:avLst/>
          </a:prstGeom>
          <a:noFill/>
        </p:spPr>
        <p:txBody>
          <a:bodyPr wrap="square" lIns="91440" tIns="45720" rIns="91440" bIns="45720" rtlCol="0" anchor="t">
            <a:spAutoFit/>
          </a:bodyPr>
          <a:lstStyle/>
          <a:p>
            <a:r>
              <a:rPr lang="en-US" sz="2200"/>
              <a:t>The Hand Echo wireless teleoperation system successfully demonstrated a functional prototype capable of capturing human finger articulation and mirroring it on a remote robotic hand in real time. Through integrated flex-sensor acquisition, a custom-built 433.92 MHz ASK-modulated RF link, and a PCA9685-driven servo actuator architecture, the system translated operator hand movements into responsive mechanical motion and validated the core design principles of the project. While the prototype met all primary objectives, opportunities remain for refinement and expansion, including resolving the servo snap-back behavior observed during initial testing, improving RF link range and noise immunity, adding bidirectional haptic feedback, expanding the sensor set to capture wrist and individual joint angles, and packaging the glove and hand assemblies into more ergonomic, field-ready enclosures. Overall, Hand Echo provides a strong foundation for a scalable, next-generation platform suited to hazardous-environment manipulation and prosthetic research applications</a:t>
            </a:r>
            <a:endParaRPr lang="en-US"/>
          </a:p>
        </p:txBody>
      </p:sp>
      <p:sp>
        <p:nvSpPr>
          <p:cNvPr id="32" name="TextBox 31">
            <a:extLst>
              <a:ext uri="{FF2B5EF4-FFF2-40B4-BE49-F238E27FC236}">
                <a16:creationId xmlns:a16="http://schemas.microsoft.com/office/drawing/2014/main" id="{642E6D29-A32D-D31A-FB29-FDE24D07203E}"/>
              </a:ext>
            </a:extLst>
          </p:cNvPr>
          <p:cNvSpPr txBox="1"/>
          <p:nvPr/>
        </p:nvSpPr>
        <p:spPr>
          <a:xfrm>
            <a:off x="24517521" y="16929979"/>
            <a:ext cx="7661655" cy="1785104"/>
          </a:xfrm>
          <a:prstGeom prst="rect">
            <a:avLst/>
          </a:prstGeom>
          <a:noFill/>
        </p:spPr>
        <p:txBody>
          <a:bodyPr wrap="square" rtlCol="0">
            <a:spAutoFit/>
          </a:bodyPr>
          <a:lstStyle/>
          <a:p>
            <a:r>
              <a:rPr lang="en-US" sz="2200"/>
              <a:t>The group would like to give a special thanks to all of the professors, Lab Coordinators, and student lab assistants at Metropolitan State University of Denver. Without their technical and logistical support and advice this project would not have been possible.</a:t>
            </a:r>
          </a:p>
        </p:txBody>
      </p:sp>
      <p:sp>
        <p:nvSpPr>
          <p:cNvPr id="33" name="TextBox 32">
            <a:extLst>
              <a:ext uri="{FF2B5EF4-FFF2-40B4-BE49-F238E27FC236}">
                <a16:creationId xmlns:a16="http://schemas.microsoft.com/office/drawing/2014/main" id="{6643A83C-6201-4723-E07A-E110108F6C62}"/>
              </a:ext>
            </a:extLst>
          </p:cNvPr>
          <p:cNvSpPr txBox="1"/>
          <p:nvPr/>
        </p:nvSpPr>
        <p:spPr>
          <a:xfrm>
            <a:off x="24236016" y="14539907"/>
            <a:ext cx="7661656" cy="1723549"/>
          </a:xfrm>
          <a:prstGeom prst="rect">
            <a:avLst/>
          </a:prstGeom>
          <a:noFill/>
        </p:spPr>
        <p:txBody>
          <a:bodyPr wrap="square" lIns="91440" tIns="45720" rIns="91440" bIns="45720" rtlCol="0" anchor="t">
            <a:spAutoFit/>
          </a:bodyPr>
          <a:lstStyle/>
          <a:p>
            <a:r>
              <a:rPr lang="en-US" sz="2200" b="1"/>
              <a:t>[1]</a:t>
            </a:r>
            <a:r>
              <a:rPr lang="en-US" sz="2200"/>
              <a:t> </a:t>
            </a:r>
            <a:r>
              <a:rPr lang="en-US" sz="2200">
                <a:ea typeface="+mn-lt"/>
                <a:cs typeface="+mn-lt"/>
              </a:rPr>
              <a:t>Pozar, D. M. (2012). </a:t>
            </a:r>
            <a:r>
              <a:rPr lang="en-US" sz="2200" i="1">
                <a:ea typeface="+mn-lt"/>
                <a:cs typeface="+mn-lt"/>
              </a:rPr>
              <a:t>Microwave engineering</a:t>
            </a:r>
            <a:r>
              <a:rPr lang="en-US" sz="2200">
                <a:ea typeface="+mn-lt"/>
                <a:cs typeface="+mn-lt"/>
              </a:rPr>
              <a:t> (4th ed.). Wiley.</a:t>
            </a:r>
          </a:p>
          <a:p>
            <a:r>
              <a:rPr lang="en-US" sz="2200" b="1"/>
              <a:t>[2]</a:t>
            </a:r>
            <a:endParaRPr lang="en-US" sz="2200"/>
          </a:p>
          <a:p>
            <a:endParaRPr lang="en-US" sz="2200"/>
          </a:p>
          <a:p>
            <a:endParaRPr lang="en-US"/>
          </a:p>
        </p:txBody>
      </p:sp>
      <p:pic>
        <p:nvPicPr>
          <p:cNvPr id="3" name="Picture 2" descr="A robot hand reaching towards another robot hand&#10;&#10;AI-generated content may be incorrect.">
            <a:extLst>
              <a:ext uri="{FF2B5EF4-FFF2-40B4-BE49-F238E27FC236}">
                <a16:creationId xmlns:a16="http://schemas.microsoft.com/office/drawing/2014/main" id="{651A23F7-6FE2-4D03-0E04-CDF625390E16}"/>
              </a:ext>
            </a:extLst>
          </p:cNvPr>
          <p:cNvPicPr>
            <a:picLocks noChangeAspect="1"/>
          </p:cNvPicPr>
          <p:nvPr/>
        </p:nvPicPr>
        <p:blipFill>
          <a:blip r:embed="rId7"/>
          <a:stretch>
            <a:fillRect/>
          </a:stretch>
        </p:blipFill>
        <p:spPr>
          <a:xfrm>
            <a:off x="26096348" y="91084"/>
            <a:ext cx="2640270" cy="4044839"/>
          </a:xfrm>
          <a:prstGeom prst="rect">
            <a:avLst/>
          </a:prstGeom>
        </p:spPr>
      </p:pic>
      <p:pic>
        <p:nvPicPr>
          <p:cNvPr id="6" name="Picture 5" descr="A screen shot of a computer&#10;&#10;AI-generated content may be incorrect.">
            <a:extLst>
              <a:ext uri="{FF2B5EF4-FFF2-40B4-BE49-F238E27FC236}">
                <a16:creationId xmlns:a16="http://schemas.microsoft.com/office/drawing/2014/main" id="{8CCE9A89-81B4-2CF4-631C-DB2B5C17FAF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597252" y="16251476"/>
            <a:ext cx="7537415" cy="4522449"/>
          </a:xfrm>
          <a:prstGeom prst="rect">
            <a:avLst/>
          </a:prstGeom>
        </p:spPr>
      </p:pic>
      <p:sp>
        <p:nvSpPr>
          <p:cNvPr id="36" name="TextBox 35">
            <a:extLst>
              <a:ext uri="{FF2B5EF4-FFF2-40B4-BE49-F238E27FC236}">
                <a16:creationId xmlns:a16="http://schemas.microsoft.com/office/drawing/2014/main" id="{55534CC9-2D33-7EDA-803A-B8E1D127290D}"/>
              </a:ext>
            </a:extLst>
          </p:cNvPr>
          <p:cNvSpPr txBox="1"/>
          <p:nvPr/>
        </p:nvSpPr>
        <p:spPr>
          <a:xfrm>
            <a:off x="18104663" y="3036367"/>
            <a:ext cx="2226892" cy="369332"/>
          </a:xfrm>
          <a:prstGeom prst="rect">
            <a:avLst/>
          </a:prstGeom>
          <a:noFill/>
        </p:spPr>
        <p:txBody>
          <a:bodyPr wrap="none" lIns="91440" tIns="45720" rIns="91440" bIns="45720" rtlCol="0" anchor="t">
            <a:spAutoFit/>
          </a:bodyPr>
          <a:lstStyle/>
          <a:p>
            <a:r>
              <a:rPr lang="en-US" u="sng"/>
              <a:t>Hand Echo Systems:</a:t>
            </a:r>
          </a:p>
        </p:txBody>
      </p:sp>
      <p:sp>
        <p:nvSpPr>
          <p:cNvPr id="40" name="TextBox 39">
            <a:extLst>
              <a:ext uri="{FF2B5EF4-FFF2-40B4-BE49-F238E27FC236}">
                <a16:creationId xmlns:a16="http://schemas.microsoft.com/office/drawing/2014/main" id="{38D01C1A-8640-6B5F-21E6-A2686B6AE487}"/>
              </a:ext>
            </a:extLst>
          </p:cNvPr>
          <p:cNvSpPr txBox="1"/>
          <p:nvPr/>
        </p:nvSpPr>
        <p:spPr>
          <a:xfrm>
            <a:off x="8790119" y="12842960"/>
            <a:ext cx="2870466" cy="369332"/>
          </a:xfrm>
          <a:prstGeom prst="rect">
            <a:avLst/>
          </a:prstGeom>
          <a:noFill/>
        </p:spPr>
        <p:txBody>
          <a:bodyPr wrap="none" lIns="91440" tIns="45720" rIns="91440" bIns="45720" rtlCol="0" anchor="t">
            <a:spAutoFit/>
          </a:bodyPr>
          <a:lstStyle/>
          <a:p>
            <a:r>
              <a:rPr lang="en-US" u="sng" dirty="0"/>
              <a:t>Code Bit-</a:t>
            </a:r>
            <a:r>
              <a:rPr lang="en-US" u="sng" dirty="0" err="1"/>
              <a:t>Packe</a:t>
            </a:r>
            <a:r>
              <a:rPr lang="en-US" u="sng"/>
              <a:t>d Protocol</a:t>
            </a:r>
          </a:p>
        </p:txBody>
      </p:sp>
      <p:pic>
        <p:nvPicPr>
          <p:cNvPr id="17" name="Picture 16" descr="A group of wires connected to a circuit board&#10;&#10;AI-generated content may be incorrect.">
            <a:extLst>
              <a:ext uri="{FF2B5EF4-FFF2-40B4-BE49-F238E27FC236}">
                <a16:creationId xmlns:a16="http://schemas.microsoft.com/office/drawing/2014/main" id="{18711619-7394-5FB2-D4FB-45191C8435AA}"/>
              </a:ext>
            </a:extLst>
          </p:cNvPr>
          <p:cNvPicPr>
            <a:picLocks noChangeAspect="1"/>
          </p:cNvPicPr>
          <p:nvPr/>
        </p:nvPicPr>
        <p:blipFill>
          <a:blip r:embed="rId9"/>
          <a:stretch>
            <a:fillRect/>
          </a:stretch>
        </p:blipFill>
        <p:spPr>
          <a:xfrm>
            <a:off x="14545397" y="3860182"/>
            <a:ext cx="9593867" cy="4608660"/>
          </a:xfrm>
          <a:prstGeom prst="rect">
            <a:avLst/>
          </a:prstGeom>
        </p:spPr>
      </p:pic>
      <p:sp>
        <p:nvSpPr>
          <p:cNvPr id="18" name="TextBox 17">
            <a:extLst>
              <a:ext uri="{FF2B5EF4-FFF2-40B4-BE49-F238E27FC236}">
                <a16:creationId xmlns:a16="http://schemas.microsoft.com/office/drawing/2014/main" id="{AFA2646F-E524-F69B-75A1-07C4BBDA8DD6}"/>
              </a:ext>
            </a:extLst>
          </p:cNvPr>
          <p:cNvSpPr txBox="1"/>
          <p:nvPr/>
        </p:nvSpPr>
        <p:spPr>
          <a:xfrm>
            <a:off x="18608191" y="15400968"/>
            <a:ext cx="1221809" cy="369332"/>
          </a:xfrm>
          <a:prstGeom prst="rect">
            <a:avLst/>
          </a:prstGeom>
          <a:noFill/>
        </p:spPr>
        <p:txBody>
          <a:bodyPr wrap="none" lIns="91440" tIns="45720" rIns="91440" bIns="45720" rtlCol="0" anchor="t">
            <a:spAutoFit/>
          </a:bodyPr>
          <a:lstStyle/>
          <a:p>
            <a:r>
              <a:rPr lang="en-US" u="sng"/>
              <a:t>Waveform</a:t>
            </a:r>
            <a:endParaRPr lang="en-US"/>
          </a:p>
        </p:txBody>
      </p:sp>
      <p:pic>
        <p:nvPicPr>
          <p:cNvPr id="19" name="Picture 18" descr="A green circuit board with many different colored components&#10;&#10;AI-generated content may be incorrect.">
            <a:extLst>
              <a:ext uri="{FF2B5EF4-FFF2-40B4-BE49-F238E27FC236}">
                <a16:creationId xmlns:a16="http://schemas.microsoft.com/office/drawing/2014/main" id="{5841EECF-9B3D-F9C0-05D4-EC980B639CC9}"/>
              </a:ext>
            </a:extLst>
          </p:cNvPr>
          <p:cNvPicPr>
            <a:picLocks noChangeAspect="1"/>
          </p:cNvPicPr>
          <p:nvPr/>
        </p:nvPicPr>
        <p:blipFill>
          <a:blip r:embed="rId10"/>
          <a:stretch>
            <a:fillRect/>
          </a:stretch>
        </p:blipFill>
        <p:spPr>
          <a:xfrm>
            <a:off x="14884718" y="9823133"/>
            <a:ext cx="8665845" cy="4722495"/>
          </a:xfrm>
          <a:prstGeom prst="rect">
            <a:avLst/>
          </a:prstGeom>
        </p:spPr>
      </p:pic>
      <p:pic>
        <p:nvPicPr>
          <p:cNvPr id="20" name="Picture 19" descr="A computer code with text&#10;&#10;AI-generated content may be incorrect.">
            <a:extLst>
              <a:ext uri="{FF2B5EF4-FFF2-40B4-BE49-F238E27FC236}">
                <a16:creationId xmlns:a16="http://schemas.microsoft.com/office/drawing/2014/main" id="{71917004-71FD-FA6B-E1E5-D2ACF149CA11}"/>
              </a:ext>
            </a:extLst>
          </p:cNvPr>
          <p:cNvPicPr>
            <a:picLocks noChangeAspect="1"/>
          </p:cNvPicPr>
          <p:nvPr/>
        </p:nvPicPr>
        <p:blipFill>
          <a:blip r:embed="rId11"/>
          <a:stretch>
            <a:fillRect/>
          </a:stretch>
        </p:blipFill>
        <p:spPr>
          <a:xfrm>
            <a:off x="7866278" y="13388240"/>
            <a:ext cx="6183707" cy="2120635"/>
          </a:xfrm>
          <a:prstGeom prst="rect">
            <a:avLst/>
          </a:prstGeom>
        </p:spPr>
      </p:pic>
      <p:pic>
        <p:nvPicPr>
          <p:cNvPr id="22" name="Picture 21" descr="A computer screen shot of a code&#10;&#10;AI-generated content may be incorrect.">
            <a:extLst>
              <a:ext uri="{FF2B5EF4-FFF2-40B4-BE49-F238E27FC236}">
                <a16:creationId xmlns:a16="http://schemas.microsoft.com/office/drawing/2014/main" id="{93EBEE15-A127-7316-ADD7-C311157E41B3}"/>
              </a:ext>
            </a:extLst>
          </p:cNvPr>
          <p:cNvPicPr>
            <a:picLocks noChangeAspect="1"/>
          </p:cNvPicPr>
          <p:nvPr/>
        </p:nvPicPr>
        <p:blipFill>
          <a:blip r:embed="rId12"/>
          <a:stretch>
            <a:fillRect/>
          </a:stretch>
        </p:blipFill>
        <p:spPr>
          <a:xfrm>
            <a:off x="7866278" y="15687102"/>
            <a:ext cx="5479570" cy="2970837"/>
          </a:xfrm>
          <a:prstGeom prst="rect">
            <a:avLst/>
          </a:prstGeom>
        </p:spPr>
      </p:pic>
      <p:pic>
        <p:nvPicPr>
          <p:cNvPr id="25" name="Picture 24" descr="A screen shot of a computer program&#10;&#10;AI-generated content may be incorrect.">
            <a:extLst>
              <a:ext uri="{FF2B5EF4-FFF2-40B4-BE49-F238E27FC236}">
                <a16:creationId xmlns:a16="http://schemas.microsoft.com/office/drawing/2014/main" id="{1E82FD9B-94CA-8E2B-6AAE-090383AF2BFC}"/>
              </a:ext>
            </a:extLst>
          </p:cNvPr>
          <p:cNvPicPr>
            <a:picLocks noChangeAspect="1"/>
          </p:cNvPicPr>
          <p:nvPr/>
        </p:nvPicPr>
        <p:blipFill>
          <a:blip r:embed="rId13"/>
          <a:stretch>
            <a:fillRect/>
          </a:stretch>
        </p:blipFill>
        <p:spPr>
          <a:xfrm>
            <a:off x="7862257" y="18552887"/>
            <a:ext cx="5105171" cy="3316318"/>
          </a:xfrm>
          <a:prstGeom prst="rect">
            <a:avLst/>
          </a:prstGeom>
        </p:spPr>
      </p:pic>
    </p:spTree>
    <p:extLst>
      <p:ext uri="{BB962C8B-B14F-4D97-AF65-F5344CB8AC3E}">
        <p14:creationId xmlns:p14="http://schemas.microsoft.com/office/powerpoint/2010/main" val="409661670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bcb0680-791b-4240-8e4d-98289b606c20" xsi:nil="true"/>
    <lcf76f155ced4ddcb4097134ff3c332f xmlns="d79e2074-e59a-4a01-b557-36a3dc988c6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2C8F604169B7149866133172B6ECA22" ma:contentTypeVersion="10" ma:contentTypeDescription="Create a new document." ma:contentTypeScope="" ma:versionID="3319cd16a8e435032b9828ff69954471">
  <xsd:schema xmlns:xsd="http://www.w3.org/2001/XMLSchema" xmlns:xs="http://www.w3.org/2001/XMLSchema" xmlns:p="http://schemas.microsoft.com/office/2006/metadata/properties" xmlns:ns2="d79e2074-e59a-4a01-b557-36a3dc988c60" xmlns:ns3="2bcb0680-791b-4240-8e4d-98289b606c20" targetNamespace="http://schemas.microsoft.com/office/2006/metadata/properties" ma:root="true" ma:fieldsID="23476495b2a094226232aefd707a6b31" ns2:_="" ns3:_="">
    <xsd:import namespace="d79e2074-e59a-4a01-b557-36a3dc988c60"/>
    <xsd:import namespace="2bcb0680-791b-4240-8e4d-98289b606c2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9e2074-e59a-4a01-b557-36a3dc988c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c23401fd-4171-4ebb-b21f-c984330e7b50"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bcb0680-791b-4240-8e4d-98289b606c20"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4ba43e2d-fb96-4e95-9ae4-716a4e307135}" ma:internalName="TaxCatchAll" ma:showField="CatchAllData" ma:web="2bcb0680-791b-4240-8e4d-98289b606c2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AD399F-DD2E-4DFF-BA52-BB9C0B543493}">
  <ds:schemaRefs>
    <ds:schemaRef ds:uri="2bcb0680-791b-4240-8e4d-98289b606c20"/>
    <ds:schemaRef ds:uri="d79e2074-e59a-4a01-b557-36a3dc988c6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C1AD0B2-A92C-48C5-9A74-4096339A3265}">
  <ds:schemaRefs>
    <ds:schemaRef ds:uri="2bcb0680-791b-4240-8e4d-98289b606c20"/>
    <ds:schemaRef ds:uri="d79e2074-e59a-4a01-b557-36a3dc988c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5159BE4-F69E-46C7-B92E-50F1D4AF6F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Facet</vt:lpstr>
      <vt:lpstr>Hand Echo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Connor O'Neal</dc:creator>
  <cp:revision>78</cp:revision>
  <dcterms:created xsi:type="dcterms:W3CDTF">2025-12-02T17:27:32Z</dcterms:created>
  <dcterms:modified xsi:type="dcterms:W3CDTF">2026-04-30T23:15:43Z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0x010100B2C8F604169B7149866133172B6ECA22</vt:lpwstr>
  </property>
  <property fmtid="{D5CDD505-2E9C-101B-9397-08002B2CF9AE}" pid="3" name="MediaServiceImageTags">
    <vt:lpwstr/>
  </property>
</Properties>
</file>